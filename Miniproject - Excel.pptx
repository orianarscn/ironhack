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notesSlides/notesSlide4.xml" ContentType="application/vnd.openxmlformats-officedocument.presentationml.notesSlide+xml"/>
  <Override PartName="/ppt/charts/chart2.xml" ContentType="application/vnd.openxmlformats-officedocument.drawingml.chart+xml"/>
  <Override PartName="/ppt/notesSlides/notesSlide5.xml" ContentType="application/vnd.openxmlformats-officedocument.presentationml.notesSlide+xml"/>
  <Override PartName="/ppt/charts/chart3.xml" ContentType="application/vnd.openxmlformats-officedocument.drawingml.chart+xml"/>
  <Override PartName="/ppt/notesSlides/notesSlide6.xml" ContentType="application/vnd.openxmlformats-officedocument.presentationml.notesSlide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13"/>
  </p:notesMasterIdLst>
  <p:sldIdLst>
    <p:sldId id="1881839054" r:id="rId3"/>
    <p:sldId id="257" r:id="rId4"/>
    <p:sldId id="258" r:id="rId5"/>
    <p:sldId id="259" r:id="rId6"/>
    <p:sldId id="260" r:id="rId7"/>
    <p:sldId id="1881839055" r:id="rId8"/>
    <p:sldId id="1881839056" r:id="rId9"/>
    <p:sldId id="261" r:id="rId10"/>
    <p:sldId id="262" r:id="rId11"/>
    <p:sldId id="1881839134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4" dt="2026-09-17T15:30:31.303"/>
    <p1510:client id="{DD058FF7-C14C-45A1-9282-5A4CB5958361}" v="130" dt="2026-09-17T15:55:33.2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abandono</c:v>
                </c:pt>
              </c:strCache>
            </c:strRef>
          </c:tx>
          <c:spPr>
            <a:solidFill>
              <a:srgbClr val="0E959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12C-4FD6-9E7C-F49DD6590096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2C-4FD6-9E7C-F49DD6590096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2C-4FD6-9E7C-F49DD6590096}"/>
              </c:ext>
            </c:extLst>
          </c:dPt>
          <c:dPt>
            <c:idx val="3"/>
            <c:invertIfNegative val="0"/>
            <c:bubble3D val="0"/>
            <c:spPr>
              <a:solidFill>
                <a:srgbClr val="E8A1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2C-4FD6-9E7C-F49DD6590096}"/>
              </c:ext>
            </c:extLst>
          </c:dPt>
          <c:dPt>
            <c:idx val="4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12C-4FD6-9E7C-F49DD6590096}"/>
              </c:ext>
            </c:extLst>
          </c:dPt>
          <c:dPt>
            <c:idx val="5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12C-4FD6-9E7C-F49DD6590096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6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0-5 d</c:v>
                </c:pt>
                <c:pt idx="1">
                  <c:v>6-10 d</c:v>
                </c:pt>
                <c:pt idx="2">
                  <c:v>11-15 d</c:v>
                </c:pt>
                <c:pt idx="3">
                  <c:v>16-20 d</c:v>
                </c:pt>
                <c:pt idx="4">
                  <c:v>21-25 d</c:v>
                </c:pt>
                <c:pt idx="5">
                  <c:v>26-30 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10.199999999999999</c:v>
                </c:pt>
                <c:pt idx="1">
                  <c:v>9.9</c:v>
                </c:pt>
                <c:pt idx="2">
                  <c:v>10.199999999999999</c:v>
                </c:pt>
                <c:pt idx="3">
                  <c:v>58.6</c:v>
                </c:pt>
                <c:pt idx="4">
                  <c:v>76.7</c:v>
                </c:pt>
                <c:pt idx="5">
                  <c:v>76.400000000000006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12C-4FD6-9E7C-F49DD659009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DFD9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5"/>
      </c:valAx>
      <c:spPr>
        <a:solidFill>
          <a:srgbClr val="F4F1E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C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abandono</c:v>
                </c:pt>
              </c:strCache>
            </c:strRef>
          </c:tx>
          <c:spPr>
            <a:solidFill>
              <a:srgbClr val="0E959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32F-45BF-8F59-1A4EF2ED0819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32F-45BF-8F59-1A4EF2ED0819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32F-45BF-8F59-1A4EF2ED0819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432F-45BF-8F59-1A4EF2ED0819}"/>
              </c:ext>
            </c:extLst>
          </c:dPt>
          <c:dPt>
            <c:idx val="4"/>
            <c:invertIfNegative val="0"/>
            <c:bubble3D val="0"/>
            <c:spPr>
              <a:solidFill>
                <a:srgbClr val="E8A1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432F-45BF-8F59-1A4EF2ED0819}"/>
              </c:ext>
            </c:extLst>
          </c:dPt>
          <c:dPt>
            <c:idx val="5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432F-45BF-8F59-1A4EF2ED0819}"/>
              </c:ext>
            </c:extLst>
          </c:dPt>
          <c:dPt>
            <c:idx val="6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432F-45BF-8F59-1A4EF2ED0819}"/>
              </c:ext>
            </c:extLst>
          </c:dPt>
          <c:dPt>
            <c:idx val="7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432F-45BF-8F59-1A4EF2ED0819}"/>
              </c:ext>
            </c:extLst>
          </c:dPt>
          <c:dPt>
            <c:idx val="8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432F-45BF-8F59-1A4EF2ED0819}"/>
              </c:ext>
            </c:extLst>
          </c:dPt>
          <c:dPt>
            <c:idx val="9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432F-45BF-8F59-1A4EF2ED0819}"/>
              </c:ext>
            </c:extLst>
          </c:dPt>
          <c:dPt>
            <c:idx val="10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432F-45BF-8F59-1A4EF2ED0819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626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24.2</c:v>
                </c:pt>
                <c:pt idx="1">
                  <c:v>22.9</c:v>
                </c:pt>
                <c:pt idx="2">
                  <c:v>23.2</c:v>
                </c:pt>
                <c:pt idx="3">
                  <c:v>24.8</c:v>
                </c:pt>
                <c:pt idx="4">
                  <c:v>31.8</c:v>
                </c:pt>
                <c:pt idx="5">
                  <c:v>60.5</c:v>
                </c:pt>
                <c:pt idx="6">
                  <c:v>60.6</c:v>
                </c:pt>
                <c:pt idx="7">
                  <c:v>61.8</c:v>
                </c:pt>
                <c:pt idx="8">
                  <c:v>61</c:v>
                </c:pt>
                <c:pt idx="9">
                  <c:v>60.9</c:v>
                </c:pt>
                <c:pt idx="10">
                  <c:v>60.7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6-432F-45BF-8F59-1A4EF2ED08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DFD9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4F1E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abandono</c:v>
                </c:pt>
              </c:strCache>
            </c:strRef>
          </c:tx>
          <c:spPr>
            <a:solidFill>
              <a:srgbClr val="E2574C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30-462C-9284-094309C6CBA2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30-462C-9284-094309C6CBA2}"/>
              </c:ext>
            </c:extLst>
          </c:dPt>
          <c:dPt>
            <c:idx val="2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30-462C-9284-094309C6CBA2}"/>
              </c:ext>
            </c:extLst>
          </c:dPt>
          <c:dPt>
            <c:idx val="3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30-462C-9284-094309C6CBA2}"/>
              </c:ext>
            </c:extLst>
          </c:dPt>
          <c:dPt>
            <c:idx val="4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30-462C-9284-094309C6CBA2}"/>
              </c:ext>
            </c:extLst>
          </c:dPt>
          <c:dPt>
            <c:idx val="5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7830-462C-9284-094309C6CBA2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6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1-5</c:v>
                </c:pt>
                <c:pt idx="1">
                  <c:v>6-10</c:v>
                </c:pt>
                <c:pt idx="2">
                  <c:v>11-15</c:v>
                </c:pt>
                <c:pt idx="3">
                  <c:v>16-20</c:v>
                </c:pt>
                <c:pt idx="4">
                  <c:v>21-25</c:v>
                </c:pt>
                <c:pt idx="5">
                  <c:v>26-30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64.5</c:v>
                </c:pt>
                <c:pt idx="1">
                  <c:v>43.4</c:v>
                </c:pt>
                <c:pt idx="2">
                  <c:v>42.6</c:v>
                </c:pt>
                <c:pt idx="3">
                  <c:v>43.8</c:v>
                </c:pt>
                <c:pt idx="4">
                  <c:v>43.3</c:v>
                </c:pt>
                <c:pt idx="5">
                  <c:v>43.2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7830-462C-9284-094309C6CBA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DFD9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4F1E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C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de abandono</c:v>
                </c:pt>
              </c:strCache>
            </c:strRef>
          </c:tx>
          <c:spPr>
            <a:solidFill>
              <a:srgbClr val="0E9594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9DF-405F-8EC1-8A6287366F5F}"/>
              </c:ext>
            </c:extLst>
          </c:dPt>
          <c:dPt>
            <c:idx val="1"/>
            <c:invertIfNegative val="0"/>
            <c:bubble3D val="0"/>
            <c:spPr>
              <a:solidFill>
                <a:srgbClr val="FFC0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9DF-405F-8EC1-8A6287366F5F}"/>
              </c:ext>
            </c:extLst>
          </c:dPt>
          <c:dPt>
            <c:idx val="2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9DF-405F-8EC1-8A6287366F5F}"/>
              </c:ext>
            </c:extLst>
          </c:dPt>
          <c:dPt>
            <c:idx val="3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9DF-405F-8EC1-8A6287366F5F}"/>
              </c:ext>
            </c:extLst>
          </c:dPt>
          <c:dPt>
            <c:idx val="4"/>
            <c:invertIfNegative val="0"/>
            <c:bubble3D val="0"/>
            <c:spPr>
              <a:solidFill>
                <a:srgbClr val="E2574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9DF-405F-8EC1-8A6287366F5F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6263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1-12 m</c:v>
                </c:pt>
                <c:pt idx="1">
                  <c:v>13-24 m</c:v>
                </c:pt>
                <c:pt idx="2">
                  <c:v>25-36 m</c:v>
                </c:pt>
                <c:pt idx="3">
                  <c:v>37-48 m</c:v>
                </c:pt>
                <c:pt idx="4">
                  <c:v>49-60 m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31.8</c:v>
                </c:pt>
                <c:pt idx="1">
                  <c:v>31.4</c:v>
                </c:pt>
                <c:pt idx="2">
                  <c:v>55.7</c:v>
                </c:pt>
                <c:pt idx="3">
                  <c:v>56.4</c:v>
                </c:pt>
                <c:pt idx="4">
                  <c:v>55.7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19DF-405F-8EC1-8A6287366F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</c:scaling>
        <c:delete val="0"/>
        <c:axPos val="l"/>
        <c:majorGridlines>
          <c:spPr>
            <a:ln w="6350" cap="flat">
              <a:solidFill>
                <a:srgbClr val="DFD9D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A8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solidFill>
          <a:srgbClr val="F4F1EC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F4F1E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A32673F-53E9-4AE0-AE3B-C20349CEF863}" type="datetimeFigureOut">
              <a:t>17/09/2026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C28261-FEBD-4647-9C42-9C0D06DDB3E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67809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2" y="1477804"/>
            <a:ext cx="5545931" cy="2152412"/>
          </a:xfrm>
        </p:spPr>
        <p:txBody>
          <a:bodyPr anchor="t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332" y="278100"/>
            <a:ext cx="5545931" cy="23544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18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E59C0B-A301-47D7-A25C-27D2115D1CC3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97316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sz="1200">
                <a:latin typeface="+mj-lt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CE838069-3AB1-D532-FB66-FDAEA51877B1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311" name="Freeform 310">
              <a:extLst>
                <a:ext uri="{FF2B5EF4-FFF2-40B4-BE49-F238E27FC236}">
                  <a16:creationId xmlns:a16="http://schemas.microsoft.com/office/drawing/2014/main" id="{E6AE5B0D-79EC-EE9E-636A-1E7D4A6A240A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2" name="Freeform 311">
              <a:extLst>
                <a:ext uri="{FF2B5EF4-FFF2-40B4-BE49-F238E27FC236}">
                  <a16:creationId xmlns:a16="http://schemas.microsoft.com/office/drawing/2014/main" id="{8B00C66D-FD9B-3996-472E-1CEF16690026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2137914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D6511197-B1BA-E6CC-13B8-2DD99B355A04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1EE8315B-FEB1-CC4D-6FB1-F5D1F2C1EE95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F51C6EC0-0FDE-C123-7424-1752D2374435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10569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3852343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9255880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2898739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1595439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356989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364330" y="539631"/>
            <a:ext cx="4279583" cy="3270409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346488" y="4164303"/>
            <a:ext cx="783805" cy="148186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9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999889" y="4474795"/>
            <a:ext cx="2316956" cy="135000"/>
          </a:xfrm>
        </p:spPr>
        <p:txBody>
          <a:bodyPr/>
          <a:lstStyle>
            <a:lvl1pPr marL="0" indent="0">
              <a:buNone/>
              <a:defRPr sz="9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99889" y="4623008"/>
            <a:ext cx="2316956" cy="1350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6487" y="4396385"/>
            <a:ext cx="432000" cy="432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675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999888" y="4242198"/>
            <a:ext cx="6091576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9603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A40DB5-4300-C0D6-C5BD-A60D6A156A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700" r="17671" b="9835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9362338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2339562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30575912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 dirty="0"/>
            </a:p>
          </p:txBody>
        </p:sp>
      </p:grpSp>
    </p:spTree>
    <p:extLst>
      <p:ext uri="{BB962C8B-B14F-4D97-AF65-F5344CB8AC3E}">
        <p14:creationId xmlns:p14="http://schemas.microsoft.com/office/powerpoint/2010/main" val="10403270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36274313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2032069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8D6BAB6-A68E-C404-5D92-6E11D325CFFA}"/>
              </a:ext>
            </a:extLst>
          </p:cNvPr>
          <p:cNvGrpSpPr/>
          <p:nvPr userDrawn="1"/>
        </p:nvGrpSpPr>
        <p:grpSpPr bwMode="black">
          <a:xfrm>
            <a:off x="7922418" y="3875762"/>
            <a:ext cx="914400" cy="963455"/>
            <a:chOff x="10563224" y="5158158"/>
            <a:chExt cx="1219200" cy="1284606"/>
          </a:xfrm>
        </p:grpSpPr>
        <p:sp>
          <p:nvSpPr>
            <p:cNvPr id="22" name="Freeform 21">
              <a:extLst>
                <a:ext uri="{FF2B5EF4-FFF2-40B4-BE49-F238E27FC236}">
                  <a16:creationId xmlns:a16="http://schemas.microsoft.com/office/drawing/2014/main" id="{BEE0067F-78DC-1ABA-D072-D13444B14ED9}"/>
                </a:ext>
              </a:extLst>
            </p:cNvPr>
            <p:cNvSpPr/>
            <p:nvPr/>
          </p:nvSpPr>
          <p:spPr bwMode="black">
            <a:xfrm>
              <a:off x="10826115" y="5158158"/>
              <a:ext cx="805814" cy="294004"/>
            </a:xfrm>
            <a:custGeom>
              <a:avLst/>
              <a:gdLst>
                <a:gd name="connsiteX0" fmla="*/ 805814 w 805814"/>
                <a:gd name="connsiteY0" fmla="*/ 0 h 294004"/>
                <a:gd name="connsiteX1" fmla="*/ 0 w 805814"/>
                <a:gd name="connsiteY1" fmla="*/ 294005 h 294004"/>
                <a:gd name="connsiteX2" fmla="*/ 805814 w 805814"/>
                <a:gd name="connsiteY2" fmla="*/ 151765 h 294004"/>
                <a:gd name="connsiteX3" fmla="*/ 805814 w 805814"/>
                <a:gd name="connsiteY3" fmla="*/ 0 h 294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05814" h="294004">
                  <a:moveTo>
                    <a:pt x="805814" y="0"/>
                  </a:moveTo>
                  <a:lnTo>
                    <a:pt x="0" y="294005"/>
                  </a:lnTo>
                  <a:lnTo>
                    <a:pt x="805814" y="151765"/>
                  </a:lnTo>
                  <a:lnTo>
                    <a:pt x="805814" y="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3" name="Freeform 22">
              <a:extLst>
                <a:ext uri="{FF2B5EF4-FFF2-40B4-BE49-F238E27FC236}">
                  <a16:creationId xmlns:a16="http://schemas.microsoft.com/office/drawing/2014/main" id="{51F51328-AAA1-9C6C-5EE4-05350DF6D22E}"/>
                </a:ext>
              </a:extLst>
            </p:cNvPr>
            <p:cNvSpPr/>
            <p:nvPr/>
          </p:nvSpPr>
          <p:spPr bwMode="black">
            <a:xfrm>
              <a:off x="10563224" y="5574083"/>
              <a:ext cx="1219200" cy="868681"/>
            </a:xfrm>
            <a:custGeom>
              <a:avLst/>
              <a:gdLst>
                <a:gd name="connsiteX0" fmla="*/ 245110 w 1219200"/>
                <a:gd name="connsiteY0" fmla="*/ 839471 h 868681"/>
                <a:gd name="connsiteX1" fmla="*/ 246379 w 1219200"/>
                <a:gd name="connsiteY1" fmla="*/ 839471 h 868681"/>
                <a:gd name="connsiteX2" fmla="*/ 245041 w 1219200"/>
                <a:gd name="connsiteY2" fmla="*/ 839979 h 868681"/>
                <a:gd name="connsiteX3" fmla="*/ 522605 w 1219200"/>
                <a:gd name="connsiteY3" fmla="*/ 796926 h 868681"/>
                <a:gd name="connsiteX4" fmla="*/ 504189 w 1219200"/>
                <a:gd name="connsiteY4" fmla="*/ 821691 h 868681"/>
                <a:gd name="connsiteX5" fmla="*/ 522605 w 1219200"/>
                <a:gd name="connsiteY5" fmla="*/ 845821 h 868681"/>
                <a:gd name="connsiteX6" fmla="*/ 541019 w 1219200"/>
                <a:gd name="connsiteY6" fmla="*/ 821691 h 868681"/>
                <a:gd name="connsiteX7" fmla="*/ 522605 w 1219200"/>
                <a:gd name="connsiteY7" fmla="*/ 796926 h 868681"/>
                <a:gd name="connsiteX8" fmla="*/ 817245 w 1219200"/>
                <a:gd name="connsiteY8" fmla="*/ 796291 h 868681"/>
                <a:gd name="connsiteX9" fmla="*/ 800735 w 1219200"/>
                <a:gd name="connsiteY9" fmla="*/ 819786 h 868681"/>
                <a:gd name="connsiteX10" fmla="*/ 817879 w 1219200"/>
                <a:gd name="connsiteY10" fmla="*/ 846456 h 868681"/>
                <a:gd name="connsiteX11" fmla="*/ 833754 w 1219200"/>
                <a:gd name="connsiteY11" fmla="*/ 838836 h 868681"/>
                <a:gd name="connsiteX12" fmla="*/ 833754 w 1219200"/>
                <a:gd name="connsiteY12" fmla="*/ 838201 h 868681"/>
                <a:gd name="connsiteX13" fmla="*/ 833754 w 1219200"/>
                <a:gd name="connsiteY13" fmla="*/ 803911 h 868681"/>
                <a:gd name="connsiteX14" fmla="*/ 817245 w 1219200"/>
                <a:gd name="connsiteY14" fmla="*/ 796291 h 868681"/>
                <a:gd name="connsiteX15" fmla="*/ 1179195 w 1219200"/>
                <a:gd name="connsiteY15" fmla="*/ 794386 h 868681"/>
                <a:gd name="connsiteX16" fmla="*/ 1163320 w 1219200"/>
                <a:gd name="connsiteY16" fmla="*/ 811531 h 868681"/>
                <a:gd name="connsiteX17" fmla="*/ 1163954 w 1219200"/>
                <a:gd name="connsiteY17" fmla="*/ 811531 h 868681"/>
                <a:gd name="connsiteX18" fmla="*/ 1195704 w 1219200"/>
                <a:gd name="connsiteY18" fmla="*/ 811531 h 868681"/>
                <a:gd name="connsiteX19" fmla="*/ 1179195 w 1219200"/>
                <a:gd name="connsiteY19" fmla="*/ 794386 h 868681"/>
                <a:gd name="connsiteX20" fmla="*/ 909320 w 1219200"/>
                <a:gd name="connsiteY20" fmla="*/ 794386 h 868681"/>
                <a:gd name="connsiteX21" fmla="*/ 893445 w 1219200"/>
                <a:gd name="connsiteY21" fmla="*/ 811531 h 868681"/>
                <a:gd name="connsiteX22" fmla="*/ 894079 w 1219200"/>
                <a:gd name="connsiteY22" fmla="*/ 811531 h 868681"/>
                <a:gd name="connsiteX23" fmla="*/ 925829 w 1219200"/>
                <a:gd name="connsiteY23" fmla="*/ 811531 h 868681"/>
                <a:gd name="connsiteX24" fmla="*/ 909320 w 1219200"/>
                <a:gd name="connsiteY24" fmla="*/ 794386 h 868681"/>
                <a:gd name="connsiteX25" fmla="*/ 737870 w 1219200"/>
                <a:gd name="connsiteY25" fmla="*/ 775971 h 868681"/>
                <a:gd name="connsiteX26" fmla="*/ 761364 w 1219200"/>
                <a:gd name="connsiteY26" fmla="*/ 775971 h 868681"/>
                <a:gd name="connsiteX27" fmla="*/ 761364 w 1219200"/>
                <a:gd name="connsiteY27" fmla="*/ 866141 h 868681"/>
                <a:gd name="connsiteX28" fmla="*/ 737870 w 1219200"/>
                <a:gd name="connsiteY28" fmla="*/ 866141 h 868681"/>
                <a:gd name="connsiteX29" fmla="*/ 143510 w 1219200"/>
                <a:gd name="connsiteY29" fmla="*/ 775971 h 868681"/>
                <a:gd name="connsiteX30" fmla="*/ 167004 w 1219200"/>
                <a:gd name="connsiteY30" fmla="*/ 775971 h 868681"/>
                <a:gd name="connsiteX31" fmla="*/ 167004 w 1219200"/>
                <a:gd name="connsiteY31" fmla="*/ 866141 h 868681"/>
                <a:gd name="connsiteX32" fmla="*/ 143510 w 1219200"/>
                <a:gd name="connsiteY32" fmla="*/ 866141 h 868681"/>
                <a:gd name="connsiteX33" fmla="*/ 635 w 1219200"/>
                <a:gd name="connsiteY33" fmla="*/ 775971 h 868681"/>
                <a:gd name="connsiteX34" fmla="*/ 26670 w 1219200"/>
                <a:gd name="connsiteY34" fmla="*/ 775971 h 868681"/>
                <a:gd name="connsiteX35" fmla="*/ 40004 w 1219200"/>
                <a:gd name="connsiteY35" fmla="*/ 828041 h 868681"/>
                <a:gd name="connsiteX36" fmla="*/ 55245 w 1219200"/>
                <a:gd name="connsiteY36" fmla="*/ 775971 h 868681"/>
                <a:gd name="connsiteX37" fmla="*/ 76200 w 1219200"/>
                <a:gd name="connsiteY37" fmla="*/ 775971 h 868681"/>
                <a:gd name="connsiteX38" fmla="*/ 91439 w 1219200"/>
                <a:gd name="connsiteY38" fmla="*/ 828041 h 868681"/>
                <a:gd name="connsiteX39" fmla="*/ 105409 w 1219200"/>
                <a:gd name="connsiteY39" fmla="*/ 775971 h 868681"/>
                <a:gd name="connsiteX40" fmla="*/ 130810 w 1219200"/>
                <a:gd name="connsiteY40" fmla="*/ 775971 h 868681"/>
                <a:gd name="connsiteX41" fmla="*/ 102235 w 1219200"/>
                <a:gd name="connsiteY41" fmla="*/ 866141 h 868681"/>
                <a:gd name="connsiteX42" fmla="*/ 80644 w 1219200"/>
                <a:gd name="connsiteY42" fmla="*/ 866141 h 868681"/>
                <a:gd name="connsiteX43" fmla="*/ 65405 w 1219200"/>
                <a:gd name="connsiteY43" fmla="*/ 811531 h 868681"/>
                <a:gd name="connsiteX44" fmla="*/ 50165 w 1219200"/>
                <a:gd name="connsiteY44" fmla="*/ 866141 h 868681"/>
                <a:gd name="connsiteX45" fmla="*/ 28575 w 1219200"/>
                <a:gd name="connsiteY45" fmla="*/ 866141 h 868681"/>
                <a:gd name="connsiteX46" fmla="*/ 1181099 w 1219200"/>
                <a:gd name="connsiteY46" fmla="*/ 774066 h 868681"/>
                <a:gd name="connsiteX47" fmla="*/ 1219200 w 1219200"/>
                <a:gd name="connsiteY47" fmla="*/ 821056 h 868681"/>
                <a:gd name="connsiteX48" fmla="*/ 1218564 w 1219200"/>
                <a:gd name="connsiteY48" fmla="*/ 821056 h 868681"/>
                <a:gd name="connsiteX49" fmla="*/ 1218564 w 1219200"/>
                <a:gd name="connsiteY49" fmla="*/ 828676 h 868681"/>
                <a:gd name="connsiteX50" fmla="*/ 1163954 w 1219200"/>
                <a:gd name="connsiteY50" fmla="*/ 828676 h 868681"/>
                <a:gd name="connsiteX51" fmla="*/ 1183004 w 1219200"/>
                <a:gd name="connsiteY51" fmla="*/ 846456 h 868681"/>
                <a:gd name="connsiteX52" fmla="*/ 1198879 w 1219200"/>
                <a:gd name="connsiteY52" fmla="*/ 840106 h 868681"/>
                <a:gd name="connsiteX53" fmla="*/ 1214754 w 1219200"/>
                <a:gd name="connsiteY53" fmla="*/ 853441 h 868681"/>
                <a:gd name="connsiteX54" fmla="*/ 1182370 w 1219200"/>
                <a:gd name="connsiteY54" fmla="*/ 868046 h 868681"/>
                <a:gd name="connsiteX55" fmla="*/ 1141095 w 1219200"/>
                <a:gd name="connsiteY55" fmla="*/ 821056 h 868681"/>
                <a:gd name="connsiteX56" fmla="*/ 1181099 w 1219200"/>
                <a:gd name="connsiteY56" fmla="*/ 774066 h 868681"/>
                <a:gd name="connsiteX57" fmla="*/ 1097915 w 1219200"/>
                <a:gd name="connsiteY57" fmla="*/ 774066 h 868681"/>
                <a:gd name="connsiteX58" fmla="*/ 1133474 w 1219200"/>
                <a:gd name="connsiteY58" fmla="*/ 793751 h 868681"/>
                <a:gd name="connsiteX59" fmla="*/ 1118235 w 1219200"/>
                <a:gd name="connsiteY59" fmla="*/ 808991 h 868681"/>
                <a:gd name="connsiteX60" fmla="*/ 1097915 w 1219200"/>
                <a:gd name="connsiteY60" fmla="*/ 796291 h 868681"/>
                <a:gd name="connsiteX61" fmla="*/ 1078864 w 1219200"/>
                <a:gd name="connsiteY61" fmla="*/ 820421 h 868681"/>
                <a:gd name="connsiteX62" fmla="*/ 1097915 w 1219200"/>
                <a:gd name="connsiteY62" fmla="*/ 845186 h 868681"/>
                <a:gd name="connsiteX63" fmla="*/ 1118235 w 1219200"/>
                <a:gd name="connsiteY63" fmla="*/ 833756 h 868681"/>
                <a:gd name="connsiteX64" fmla="*/ 1118870 w 1219200"/>
                <a:gd name="connsiteY64" fmla="*/ 834391 h 868681"/>
                <a:gd name="connsiteX65" fmla="*/ 1133474 w 1219200"/>
                <a:gd name="connsiteY65" fmla="*/ 848361 h 868681"/>
                <a:gd name="connsiteX66" fmla="*/ 1097280 w 1219200"/>
                <a:gd name="connsiteY66" fmla="*/ 868046 h 868681"/>
                <a:gd name="connsiteX67" fmla="*/ 1054735 w 1219200"/>
                <a:gd name="connsiteY67" fmla="*/ 821056 h 868681"/>
                <a:gd name="connsiteX68" fmla="*/ 1097915 w 1219200"/>
                <a:gd name="connsiteY68" fmla="*/ 774066 h 868681"/>
                <a:gd name="connsiteX69" fmla="*/ 1009015 w 1219200"/>
                <a:gd name="connsiteY69" fmla="*/ 774066 h 868681"/>
                <a:gd name="connsiteX70" fmla="*/ 1041400 w 1219200"/>
                <a:gd name="connsiteY70" fmla="*/ 815341 h 868681"/>
                <a:gd name="connsiteX71" fmla="*/ 1041400 w 1219200"/>
                <a:gd name="connsiteY71" fmla="*/ 866141 h 868681"/>
                <a:gd name="connsiteX72" fmla="*/ 1017905 w 1219200"/>
                <a:gd name="connsiteY72" fmla="*/ 866141 h 868681"/>
                <a:gd name="connsiteX73" fmla="*/ 1017905 w 1219200"/>
                <a:gd name="connsiteY73" fmla="*/ 817246 h 868681"/>
                <a:gd name="connsiteX74" fmla="*/ 1002665 w 1219200"/>
                <a:gd name="connsiteY74" fmla="*/ 796291 h 868681"/>
                <a:gd name="connsiteX75" fmla="*/ 986790 w 1219200"/>
                <a:gd name="connsiteY75" fmla="*/ 816611 h 868681"/>
                <a:gd name="connsiteX76" fmla="*/ 986790 w 1219200"/>
                <a:gd name="connsiteY76" fmla="*/ 866141 h 868681"/>
                <a:gd name="connsiteX77" fmla="*/ 963295 w 1219200"/>
                <a:gd name="connsiteY77" fmla="*/ 866141 h 868681"/>
                <a:gd name="connsiteX78" fmla="*/ 963295 w 1219200"/>
                <a:gd name="connsiteY78" fmla="*/ 775971 h 868681"/>
                <a:gd name="connsiteX79" fmla="*/ 986790 w 1219200"/>
                <a:gd name="connsiteY79" fmla="*/ 775971 h 868681"/>
                <a:gd name="connsiteX80" fmla="*/ 986790 w 1219200"/>
                <a:gd name="connsiteY80" fmla="*/ 782321 h 868681"/>
                <a:gd name="connsiteX81" fmla="*/ 1009015 w 1219200"/>
                <a:gd name="connsiteY81" fmla="*/ 774066 h 868681"/>
                <a:gd name="connsiteX82" fmla="*/ 911224 w 1219200"/>
                <a:gd name="connsiteY82" fmla="*/ 774066 h 868681"/>
                <a:gd name="connsiteX83" fmla="*/ 949325 w 1219200"/>
                <a:gd name="connsiteY83" fmla="*/ 821056 h 868681"/>
                <a:gd name="connsiteX84" fmla="*/ 948689 w 1219200"/>
                <a:gd name="connsiteY84" fmla="*/ 821056 h 868681"/>
                <a:gd name="connsiteX85" fmla="*/ 948689 w 1219200"/>
                <a:gd name="connsiteY85" fmla="*/ 828676 h 868681"/>
                <a:gd name="connsiteX86" fmla="*/ 894079 w 1219200"/>
                <a:gd name="connsiteY86" fmla="*/ 828676 h 868681"/>
                <a:gd name="connsiteX87" fmla="*/ 913129 w 1219200"/>
                <a:gd name="connsiteY87" fmla="*/ 846456 h 868681"/>
                <a:gd name="connsiteX88" fmla="*/ 929004 w 1219200"/>
                <a:gd name="connsiteY88" fmla="*/ 840106 h 868681"/>
                <a:gd name="connsiteX89" fmla="*/ 944879 w 1219200"/>
                <a:gd name="connsiteY89" fmla="*/ 853441 h 868681"/>
                <a:gd name="connsiteX90" fmla="*/ 912495 w 1219200"/>
                <a:gd name="connsiteY90" fmla="*/ 868046 h 868681"/>
                <a:gd name="connsiteX91" fmla="*/ 871220 w 1219200"/>
                <a:gd name="connsiteY91" fmla="*/ 821056 h 868681"/>
                <a:gd name="connsiteX92" fmla="*/ 911224 w 1219200"/>
                <a:gd name="connsiteY92" fmla="*/ 774066 h 868681"/>
                <a:gd name="connsiteX93" fmla="*/ 623570 w 1219200"/>
                <a:gd name="connsiteY93" fmla="*/ 774066 h 868681"/>
                <a:gd name="connsiteX94" fmla="*/ 655954 w 1219200"/>
                <a:gd name="connsiteY94" fmla="*/ 815341 h 868681"/>
                <a:gd name="connsiteX95" fmla="*/ 655954 w 1219200"/>
                <a:gd name="connsiteY95" fmla="*/ 866141 h 868681"/>
                <a:gd name="connsiteX96" fmla="*/ 632459 w 1219200"/>
                <a:gd name="connsiteY96" fmla="*/ 866141 h 868681"/>
                <a:gd name="connsiteX97" fmla="*/ 632459 w 1219200"/>
                <a:gd name="connsiteY97" fmla="*/ 817246 h 868681"/>
                <a:gd name="connsiteX98" fmla="*/ 617220 w 1219200"/>
                <a:gd name="connsiteY98" fmla="*/ 796291 h 868681"/>
                <a:gd name="connsiteX99" fmla="*/ 601345 w 1219200"/>
                <a:gd name="connsiteY99" fmla="*/ 816611 h 868681"/>
                <a:gd name="connsiteX100" fmla="*/ 601345 w 1219200"/>
                <a:gd name="connsiteY100" fmla="*/ 866141 h 868681"/>
                <a:gd name="connsiteX101" fmla="*/ 577849 w 1219200"/>
                <a:gd name="connsiteY101" fmla="*/ 866141 h 868681"/>
                <a:gd name="connsiteX102" fmla="*/ 577849 w 1219200"/>
                <a:gd name="connsiteY102" fmla="*/ 775971 h 868681"/>
                <a:gd name="connsiteX103" fmla="*/ 601345 w 1219200"/>
                <a:gd name="connsiteY103" fmla="*/ 775971 h 868681"/>
                <a:gd name="connsiteX104" fmla="*/ 601345 w 1219200"/>
                <a:gd name="connsiteY104" fmla="*/ 782321 h 868681"/>
                <a:gd name="connsiteX105" fmla="*/ 623570 w 1219200"/>
                <a:gd name="connsiteY105" fmla="*/ 774066 h 868681"/>
                <a:gd name="connsiteX106" fmla="*/ 522605 w 1219200"/>
                <a:gd name="connsiteY106" fmla="*/ 774066 h 868681"/>
                <a:gd name="connsiteX107" fmla="*/ 564515 w 1219200"/>
                <a:gd name="connsiteY107" fmla="*/ 821056 h 868681"/>
                <a:gd name="connsiteX108" fmla="*/ 522605 w 1219200"/>
                <a:gd name="connsiteY108" fmla="*/ 868046 h 868681"/>
                <a:gd name="connsiteX109" fmla="*/ 480695 w 1219200"/>
                <a:gd name="connsiteY109" fmla="*/ 821056 h 868681"/>
                <a:gd name="connsiteX110" fmla="*/ 522605 w 1219200"/>
                <a:gd name="connsiteY110" fmla="*/ 774066 h 868681"/>
                <a:gd name="connsiteX111" fmla="*/ 436879 w 1219200"/>
                <a:gd name="connsiteY111" fmla="*/ 774066 h 868681"/>
                <a:gd name="connsiteX112" fmla="*/ 472439 w 1219200"/>
                <a:gd name="connsiteY112" fmla="*/ 793751 h 868681"/>
                <a:gd name="connsiteX113" fmla="*/ 457200 w 1219200"/>
                <a:gd name="connsiteY113" fmla="*/ 808991 h 868681"/>
                <a:gd name="connsiteX114" fmla="*/ 436879 w 1219200"/>
                <a:gd name="connsiteY114" fmla="*/ 796291 h 868681"/>
                <a:gd name="connsiteX115" fmla="*/ 417829 w 1219200"/>
                <a:gd name="connsiteY115" fmla="*/ 820421 h 868681"/>
                <a:gd name="connsiteX116" fmla="*/ 436879 w 1219200"/>
                <a:gd name="connsiteY116" fmla="*/ 845186 h 868681"/>
                <a:gd name="connsiteX117" fmla="*/ 457200 w 1219200"/>
                <a:gd name="connsiteY117" fmla="*/ 833756 h 868681"/>
                <a:gd name="connsiteX118" fmla="*/ 457834 w 1219200"/>
                <a:gd name="connsiteY118" fmla="*/ 834391 h 868681"/>
                <a:gd name="connsiteX119" fmla="*/ 472439 w 1219200"/>
                <a:gd name="connsiteY119" fmla="*/ 848361 h 868681"/>
                <a:gd name="connsiteX120" fmla="*/ 436245 w 1219200"/>
                <a:gd name="connsiteY120" fmla="*/ 868046 h 868681"/>
                <a:gd name="connsiteX121" fmla="*/ 393700 w 1219200"/>
                <a:gd name="connsiteY121" fmla="*/ 821056 h 868681"/>
                <a:gd name="connsiteX122" fmla="*/ 436879 w 1219200"/>
                <a:gd name="connsiteY122" fmla="*/ 774066 h 868681"/>
                <a:gd name="connsiteX123" fmla="*/ 219075 w 1219200"/>
                <a:gd name="connsiteY123" fmla="*/ 742316 h 868681"/>
                <a:gd name="connsiteX124" fmla="*/ 219075 w 1219200"/>
                <a:gd name="connsiteY124" fmla="*/ 777241 h 868681"/>
                <a:gd name="connsiteX125" fmla="*/ 245110 w 1219200"/>
                <a:gd name="connsiteY125" fmla="*/ 777241 h 868681"/>
                <a:gd name="connsiteX126" fmla="*/ 245110 w 1219200"/>
                <a:gd name="connsiteY126" fmla="*/ 798831 h 868681"/>
                <a:gd name="connsiteX127" fmla="*/ 219075 w 1219200"/>
                <a:gd name="connsiteY127" fmla="*/ 798831 h 868681"/>
                <a:gd name="connsiteX128" fmla="*/ 219075 w 1219200"/>
                <a:gd name="connsiteY128" fmla="*/ 835661 h 868681"/>
                <a:gd name="connsiteX129" fmla="*/ 227965 w 1219200"/>
                <a:gd name="connsiteY129" fmla="*/ 846456 h 868681"/>
                <a:gd name="connsiteX130" fmla="*/ 245041 w 1219200"/>
                <a:gd name="connsiteY130" fmla="*/ 839979 h 868681"/>
                <a:gd name="connsiteX131" fmla="*/ 241935 w 1219200"/>
                <a:gd name="connsiteY131" fmla="*/ 862966 h 868681"/>
                <a:gd name="connsiteX132" fmla="*/ 219709 w 1219200"/>
                <a:gd name="connsiteY132" fmla="*/ 868681 h 868681"/>
                <a:gd name="connsiteX133" fmla="*/ 195579 w 1219200"/>
                <a:gd name="connsiteY133" fmla="*/ 842011 h 868681"/>
                <a:gd name="connsiteX134" fmla="*/ 195579 w 1219200"/>
                <a:gd name="connsiteY134" fmla="*/ 798831 h 868681"/>
                <a:gd name="connsiteX135" fmla="*/ 179704 w 1219200"/>
                <a:gd name="connsiteY135" fmla="*/ 798831 h 868681"/>
                <a:gd name="connsiteX136" fmla="*/ 179704 w 1219200"/>
                <a:gd name="connsiteY136" fmla="*/ 777241 h 868681"/>
                <a:gd name="connsiteX137" fmla="*/ 195579 w 1219200"/>
                <a:gd name="connsiteY137" fmla="*/ 777241 h 868681"/>
                <a:gd name="connsiteX138" fmla="*/ 195579 w 1219200"/>
                <a:gd name="connsiteY138" fmla="*/ 753746 h 868681"/>
                <a:gd name="connsiteX139" fmla="*/ 749935 w 1219200"/>
                <a:gd name="connsiteY139" fmla="*/ 741681 h 868681"/>
                <a:gd name="connsiteX140" fmla="*/ 763269 w 1219200"/>
                <a:gd name="connsiteY140" fmla="*/ 755016 h 868681"/>
                <a:gd name="connsiteX141" fmla="*/ 749935 w 1219200"/>
                <a:gd name="connsiteY141" fmla="*/ 768351 h 868681"/>
                <a:gd name="connsiteX142" fmla="*/ 736599 w 1219200"/>
                <a:gd name="connsiteY142" fmla="*/ 755016 h 868681"/>
                <a:gd name="connsiteX143" fmla="*/ 749935 w 1219200"/>
                <a:gd name="connsiteY143" fmla="*/ 741681 h 868681"/>
                <a:gd name="connsiteX144" fmla="*/ 154939 w 1219200"/>
                <a:gd name="connsiteY144" fmla="*/ 741681 h 868681"/>
                <a:gd name="connsiteX145" fmla="*/ 168275 w 1219200"/>
                <a:gd name="connsiteY145" fmla="*/ 755016 h 868681"/>
                <a:gd name="connsiteX146" fmla="*/ 154939 w 1219200"/>
                <a:gd name="connsiteY146" fmla="*/ 768351 h 868681"/>
                <a:gd name="connsiteX147" fmla="*/ 141605 w 1219200"/>
                <a:gd name="connsiteY147" fmla="*/ 755016 h 868681"/>
                <a:gd name="connsiteX148" fmla="*/ 154939 w 1219200"/>
                <a:gd name="connsiteY148" fmla="*/ 741681 h 868681"/>
                <a:gd name="connsiteX149" fmla="*/ 856614 w 1219200"/>
                <a:gd name="connsiteY149" fmla="*/ 741046 h 868681"/>
                <a:gd name="connsiteX150" fmla="*/ 856614 w 1219200"/>
                <a:gd name="connsiteY150" fmla="*/ 866141 h 868681"/>
                <a:gd name="connsiteX151" fmla="*/ 833120 w 1219200"/>
                <a:gd name="connsiteY151" fmla="*/ 866141 h 868681"/>
                <a:gd name="connsiteX152" fmla="*/ 833120 w 1219200"/>
                <a:gd name="connsiteY152" fmla="*/ 860426 h 868681"/>
                <a:gd name="connsiteX153" fmla="*/ 812799 w 1219200"/>
                <a:gd name="connsiteY153" fmla="*/ 868046 h 868681"/>
                <a:gd name="connsiteX154" fmla="*/ 775970 w 1219200"/>
                <a:gd name="connsiteY154" fmla="*/ 820421 h 868681"/>
                <a:gd name="connsiteX155" fmla="*/ 812165 w 1219200"/>
                <a:gd name="connsiteY155" fmla="*/ 774066 h 868681"/>
                <a:gd name="connsiteX156" fmla="*/ 833120 w 1219200"/>
                <a:gd name="connsiteY156" fmla="*/ 781051 h 868681"/>
                <a:gd name="connsiteX157" fmla="*/ 833120 w 1219200"/>
                <a:gd name="connsiteY157" fmla="*/ 752476 h 868681"/>
                <a:gd name="connsiteX158" fmla="*/ 707390 w 1219200"/>
                <a:gd name="connsiteY158" fmla="*/ 741046 h 868681"/>
                <a:gd name="connsiteX159" fmla="*/ 724534 w 1219200"/>
                <a:gd name="connsiteY159" fmla="*/ 743586 h 868681"/>
                <a:gd name="connsiteX160" fmla="*/ 724534 w 1219200"/>
                <a:gd name="connsiteY160" fmla="*/ 744221 h 868681"/>
                <a:gd name="connsiteX161" fmla="*/ 724534 w 1219200"/>
                <a:gd name="connsiteY161" fmla="*/ 762636 h 868681"/>
                <a:gd name="connsiteX162" fmla="*/ 713105 w 1219200"/>
                <a:gd name="connsiteY162" fmla="*/ 760731 h 868681"/>
                <a:gd name="connsiteX163" fmla="*/ 703579 w 1219200"/>
                <a:gd name="connsiteY163" fmla="*/ 768351 h 868681"/>
                <a:gd name="connsiteX164" fmla="*/ 703579 w 1219200"/>
                <a:gd name="connsiteY164" fmla="*/ 775336 h 868681"/>
                <a:gd name="connsiteX165" fmla="*/ 722629 w 1219200"/>
                <a:gd name="connsiteY165" fmla="*/ 775336 h 868681"/>
                <a:gd name="connsiteX166" fmla="*/ 722629 w 1219200"/>
                <a:gd name="connsiteY166" fmla="*/ 796926 h 868681"/>
                <a:gd name="connsiteX167" fmla="*/ 703579 w 1219200"/>
                <a:gd name="connsiteY167" fmla="*/ 796926 h 868681"/>
                <a:gd name="connsiteX168" fmla="*/ 703579 w 1219200"/>
                <a:gd name="connsiteY168" fmla="*/ 865506 h 868681"/>
                <a:gd name="connsiteX169" fmla="*/ 680084 w 1219200"/>
                <a:gd name="connsiteY169" fmla="*/ 865506 h 868681"/>
                <a:gd name="connsiteX170" fmla="*/ 680084 w 1219200"/>
                <a:gd name="connsiteY170" fmla="*/ 796926 h 868681"/>
                <a:gd name="connsiteX171" fmla="*/ 667385 w 1219200"/>
                <a:gd name="connsiteY171" fmla="*/ 796926 h 868681"/>
                <a:gd name="connsiteX172" fmla="*/ 667385 w 1219200"/>
                <a:gd name="connsiteY172" fmla="*/ 775336 h 868681"/>
                <a:gd name="connsiteX173" fmla="*/ 680084 w 1219200"/>
                <a:gd name="connsiteY173" fmla="*/ 775336 h 868681"/>
                <a:gd name="connsiteX174" fmla="*/ 680084 w 1219200"/>
                <a:gd name="connsiteY174" fmla="*/ 764541 h 868681"/>
                <a:gd name="connsiteX175" fmla="*/ 707390 w 1219200"/>
                <a:gd name="connsiteY175" fmla="*/ 741046 h 868681"/>
                <a:gd name="connsiteX176" fmla="*/ 282575 w 1219200"/>
                <a:gd name="connsiteY176" fmla="*/ 741046 h 868681"/>
                <a:gd name="connsiteX177" fmla="*/ 282575 w 1219200"/>
                <a:gd name="connsiteY177" fmla="*/ 782321 h 868681"/>
                <a:gd name="connsiteX178" fmla="*/ 304799 w 1219200"/>
                <a:gd name="connsiteY178" fmla="*/ 774066 h 868681"/>
                <a:gd name="connsiteX179" fmla="*/ 336549 w 1219200"/>
                <a:gd name="connsiteY179" fmla="*/ 815341 h 868681"/>
                <a:gd name="connsiteX180" fmla="*/ 336549 w 1219200"/>
                <a:gd name="connsiteY180" fmla="*/ 866141 h 868681"/>
                <a:gd name="connsiteX181" fmla="*/ 313689 w 1219200"/>
                <a:gd name="connsiteY181" fmla="*/ 866141 h 868681"/>
                <a:gd name="connsiteX182" fmla="*/ 313689 w 1219200"/>
                <a:gd name="connsiteY182" fmla="*/ 817246 h 868681"/>
                <a:gd name="connsiteX183" fmla="*/ 298450 w 1219200"/>
                <a:gd name="connsiteY183" fmla="*/ 796291 h 868681"/>
                <a:gd name="connsiteX184" fmla="*/ 282575 w 1219200"/>
                <a:gd name="connsiteY184" fmla="*/ 816611 h 868681"/>
                <a:gd name="connsiteX185" fmla="*/ 282575 w 1219200"/>
                <a:gd name="connsiteY185" fmla="*/ 866141 h 868681"/>
                <a:gd name="connsiteX186" fmla="*/ 259079 w 1219200"/>
                <a:gd name="connsiteY186" fmla="*/ 866141 h 868681"/>
                <a:gd name="connsiteX187" fmla="*/ 259079 w 1219200"/>
                <a:gd name="connsiteY187" fmla="*/ 752476 h 868681"/>
                <a:gd name="connsiteX188" fmla="*/ 92709 w 1219200"/>
                <a:gd name="connsiteY188" fmla="*/ 648336 h 868681"/>
                <a:gd name="connsiteX189" fmla="*/ 92709 w 1219200"/>
                <a:gd name="connsiteY189" fmla="*/ 649606 h 868681"/>
                <a:gd name="connsiteX190" fmla="*/ 92427 w 1219200"/>
                <a:gd name="connsiteY190" fmla="*/ 648959 h 868681"/>
                <a:gd name="connsiteX191" fmla="*/ 230504 w 1219200"/>
                <a:gd name="connsiteY191" fmla="*/ 643256 h 868681"/>
                <a:gd name="connsiteX192" fmla="*/ 215900 w 1219200"/>
                <a:gd name="connsiteY192" fmla="*/ 654686 h 868681"/>
                <a:gd name="connsiteX193" fmla="*/ 228599 w 1219200"/>
                <a:gd name="connsiteY193" fmla="*/ 667386 h 868681"/>
                <a:gd name="connsiteX194" fmla="*/ 245745 w 1219200"/>
                <a:gd name="connsiteY194" fmla="*/ 658496 h 868681"/>
                <a:gd name="connsiteX195" fmla="*/ 245745 w 1219200"/>
                <a:gd name="connsiteY195" fmla="*/ 647066 h 868681"/>
                <a:gd name="connsiteX196" fmla="*/ 230504 w 1219200"/>
                <a:gd name="connsiteY196" fmla="*/ 643256 h 868681"/>
                <a:gd name="connsiteX197" fmla="*/ 321310 w 1219200"/>
                <a:gd name="connsiteY197" fmla="*/ 614046 h 868681"/>
                <a:gd name="connsiteX198" fmla="*/ 306704 w 1219200"/>
                <a:gd name="connsiteY198" fmla="*/ 622301 h 868681"/>
                <a:gd name="connsiteX199" fmla="*/ 306704 w 1219200"/>
                <a:gd name="connsiteY199" fmla="*/ 656591 h 868681"/>
                <a:gd name="connsiteX200" fmla="*/ 323215 w 1219200"/>
                <a:gd name="connsiteY200" fmla="*/ 664846 h 868681"/>
                <a:gd name="connsiteX201" fmla="*/ 339090 w 1219200"/>
                <a:gd name="connsiteY201" fmla="*/ 640716 h 868681"/>
                <a:gd name="connsiteX202" fmla="*/ 338454 w 1219200"/>
                <a:gd name="connsiteY202" fmla="*/ 640716 h 868681"/>
                <a:gd name="connsiteX203" fmla="*/ 321310 w 1219200"/>
                <a:gd name="connsiteY203" fmla="*/ 614046 h 868681"/>
                <a:gd name="connsiteX204" fmla="*/ 1179195 w 1219200"/>
                <a:gd name="connsiteY204" fmla="*/ 612776 h 868681"/>
                <a:gd name="connsiteX205" fmla="*/ 1163320 w 1219200"/>
                <a:gd name="connsiteY205" fmla="*/ 629921 h 868681"/>
                <a:gd name="connsiteX206" fmla="*/ 1163954 w 1219200"/>
                <a:gd name="connsiteY206" fmla="*/ 629921 h 868681"/>
                <a:gd name="connsiteX207" fmla="*/ 1195704 w 1219200"/>
                <a:gd name="connsiteY207" fmla="*/ 629921 h 868681"/>
                <a:gd name="connsiteX208" fmla="*/ 1179195 w 1219200"/>
                <a:gd name="connsiteY208" fmla="*/ 612776 h 868681"/>
                <a:gd name="connsiteX209" fmla="*/ 689610 w 1219200"/>
                <a:gd name="connsiteY209" fmla="*/ 612776 h 868681"/>
                <a:gd name="connsiteX210" fmla="*/ 673735 w 1219200"/>
                <a:gd name="connsiteY210" fmla="*/ 629921 h 868681"/>
                <a:gd name="connsiteX211" fmla="*/ 674370 w 1219200"/>
                <a:gd name="connsiteY211" fmla="*/ 629921 h 868681"/>
                <a:gd name="connsiteX212" fmla="*/ 706120 w 1219200"/>
                <a:gd name="connsiteY212" fmla="*/ 629921 h 868681"/>
                <a:gd name="connsiteX213" fmla="*/ 689610 w 1219200"/>
                <a:gd name="connsiteY213" fmla="*/ 612776 h 868681"/>
                <a:gd name="connsiteX214" fmla="*/ 410845 w 1219200"/>
                <a:gd name="connsiteY214" fmla="*/ 612776 h 868681"/>
                <a:gd name="connsiteX215" fmla="*/ 395605 w 1219200"/>
                <a:gd name="connsiteY215" fmla="*/ 629921 h 868681"/>
                <a:gd name="connsiteX216" fmla="*/ 427355 w 1219200"/>
                <a:gd name="connsiteY216" fmla="*/ 629921 h 868681"/>
                <a:gd name="connsiteX217" fmla="*/ 410845 w 1219200"/>
                <a:gd name="connsiteY217" fmla="*/ 612776 h 868681"/>
                <a:gd name="connsiteX218" fmla="*/ 991870 w 1219200"/>
                <a:gd name="connsiteY218" fmla="*/ 594361 h 868681"/>
                <a:gd name="connsiteX219" fmla="*/ 1014095 w 1219200"/>
                <a:gd name="connsiteY219" fmla="*/ 594361 h 868681"/>
                <a:gd name="connsiteX220" fmla="*/ 1014095 w 1219200"/>
                <a:gd name="connsiteY220" fmla="*/ 643256 h 868681"/>
                <a:gd name="connsiteX221" fmla="*/ 1029334 w 1219200"/>
                <a:gd name="connsiteY221" fmla="*/ 664846 h 868681"/>
                <a:gd name="connsiteX222" fmla="*/ 1044575 w 1219200"/>
                <a:gd name="connsiteY222" fmla="*/ 644526 h 868681"/>
                <a:gd name="connsiteX223" fmla="*/ 1044575 w 1219200"/>
                <a:gd name="connsiteY223" fmla="*/ 594996 h 868681"/>
                <a:gd name="connsiteX224" fmla="*/ 1066799 w 1219200"/>
                <a:gd name="connsiteY224" fmla="*/ 594996 h 868681"/>
                <a:gd name="connsiteX225" fmla="*/ 1066799 w 1219200"/>
                <a:gd name="connsiteY225" fmla="*/ 684531 h 868681"/>
                <a:gd name="connsiteX226" fmla="*/ 1044575 w 1219200"/>
                <a:gd name="connsiteY226" fmla="*/ 684531 h 868681"/>
                <a:gd name="connsiteX227" fmla="*/ 1044575 w 1219200"/>
                <a:gd name="connsiteY227" fmla="*/ 678181 h 868681"/>
                <a:gd name="connsiteX228" fmla="*/ 1023620 w 1219200"/>
                <a:gd name="connsiteY228" fmla="*/ 686436 h 868681"/>
                <a:gd name="connsiteX229" fmla="*/ 991870 w 1219200"/>
                <a:gd name="connsiteY229" fmla="*/ 645161 h 868681"/>
                <a:gd name="connsiteX230" fmla="*/ 836295 w 1219200"/>
                <a:gd name="connsiteY230" fmla="*/ 594361 h 868681"/>
                <a:gd name="connsiteX231" fmla="*/ 858519 w 1219200"/>
                <a:gd name="connsiteY231" fmla="*/ 594361 h 868681"/>
                <a:gd name="connsiteX232" fmla="*/ 858519 w 1219200"/>
                <a:gd name="connsiteY232" fmla="*/ 643256 h 868681"/>
                <a:gd name="connsiteX233" fmla="*/ 873760 w 1219200"/>
                <a:gd name="connsiteY233" fmla="*/ 664846 h 868681"/>
                <a:gd name="connsiteX234" fmla="*/ 889000 w 1219200"/>
                <a:gd name="connsiteY234" fmla="*/ 644526 h 868681"/>
                <a:gd name="connsiteX235" fmla="*/ 889000 w 1219200"/>
                <a:gd name="connsiteY235" fmla="*/ 594996 h 868681"/>
                <a:gd name="connsiteX236" fmla="*/ 911224 w 1219200"/>
                <a:gd name="connsiteY236" fmla="*/ 594996 h 868681"/>
                <a:gd name="connsiteX237" fmla="*/ 911224 w 1219200"/>
                <a:gd name="connsiteY237" fmla="*/ 684531 h 868681"/>
                <a:gd name="connsiteX238" fmla="*/ 889000 w 1219200"/>
                <a:gd name="connsiteY238" fmla="*/ 684531 h 868681"/>
                <a:gd name="connsiteX239" fmla="*/ 889000 w 1219200"/>
                <a:gd name="connsiteY239" fmla="*/ 678181 h 868681"/>
                <a:gd name="connsiteX240" fmla="*/ 868045 w 1219200"/>
                <a:gd name="connsiteY240" fmla="*/ 686436 h 868681"/>
                <a:gd name="connsiteX241" fmla="*/ 836295 w 1219200"/>
                <a:gd name="connsiteY241" fmla="*/ 645161 h 868681"/>
                <a:gd name="connsiteX242" fmla="*/ 1181099 w 1219200"/>
                <a:gd name="connsiteY242" fmla="*/ 592456 h 868681"/>
                <a:gd name="connsiteX243" fmla="*/ 1219200 w 1219200"/>
                <a:gd name="connsiteY243" fmla="*/ 639446 h 868681"/>
                <a:gd name="connsiteX244" fmla="*/ 1218564 w 1219200"/>
                <a:gd name="connsiteY244" fmla="*/ 639446 h 868681"/>
                <a:gd name="connsiteX245" fmla="*/ 1218564 w 1219200"/>
                <a:gd name="connsiteY245" fmla="*/ 647066 h 868681"/>
                <a:gd name="connsiteX246" fmla="*/ 1163954 w 1219200"/>
                <a:gd name="connsiteY246" fmla="*/ 647066 h 868681"/>
                <a:gd name="connsiteX247" fmla="*/ 1183004 w 1219200"/>
                <a:gd name="connsiteY247" fmla="*/ 664846 h 868681"/>
                <a:gd name="connsiteX248" fmla="*/ 1198879 w 1219200"/>
                <a:gd name="connsiteY248" fmla="*/ 658496 h 868681"/>
                <a:gd name="connsiteX249" fmla="*/ 1214754 w 1219200"/>
                <a:gd name="connsiteY249" fmla="*/ 671831 h 868681"/>
                <a:gd name="connsiteX250" fmla="*/ 1182370 w 1219200"/>
                <a:gd name="connsiteY250" fmla="*/ 686436 h 868681"/>
                <a:gd name="connsiteX251" fmla="*/ 1141095 w 1219200"/>
                <a:gd name="connsiteY251" fmla="*/ 639446 h 868681"/>
                <a:gd name="connsiteX252" fmla="*/ 1181099 w 1219200"/>
                <a:gd name="connsiteY252" fmla="*/ 592456 h 868681"/>
                <a:gd name="connsiteX253" fmla="*/ 691515 w 1219200"/>
                <a:gd name="connsiteY253" fmla="*/ 592456 h 868681"/>
                <a:gd name="connsiteX254" fmla="*/ 729614 w 1219200"/>
                <a:gd name="connsiteY254" fmla="*/ 639446 h 868681"/>
                <a:gd name="connsiteX255" fmla="*/ 728980 w 1219200"/>
                <a:gd name="connsiteY255" fmla="*/ 639446 h 868681"/>
                <a:gd name="connsiteX256" fmla="*/ 728980 w 1219200"/>
                <a:gd name="connsiteY256" fmla="*/ 647066 h 868681"/>
                <a:gd name="connsiteX257" fmla="*/ 674370 w 1219200"/>
                <a:gd name="connsiteY257" fmla="*/ 647066 h 868681"/>
                <a:gd name="connsiteX258" fmla="*/ 693420 w 1219200"/>
                <a:gd name="connsiteY258" fmla="*/ 664846 h 868681"/>
                <a:gd name="connsiteX259" fmla="*/ 709295 w 1219200"/>
                <a:gd name="connsiteY259" fmla="*/ 658496 h 868681"/>
                <a:gd name="connsiteX260" fmla="*/ 725170 w 1219200"/>
                <a:gd name="connsiteY260" fmla="*/ 671831 h 868681"/>
                <a:gd name="connsiteX261" fmla="*/ 692784 w 1219200"/>
                <a:gd name="connsiteY261" fmla="*/ 686436 h 868681"/>
                <a:gd name="connsiteX262" fmla="*/ 651510 w 1219200"/>
                <a:gd name="connsiteY262" fmla="*/ 639446 h 868681"/>
                <a:gd name="connsiteX263" fmla="*/ 691515 w 1219200"/>
                <a:gd name="connsiteY263" fmla="*/ 592456 h 868681"/>
                <a:gd name="connsiteX264" fmla="*/ 412114 w 1219200"/>
                <a:gd name="connsiteY264" fmla="*/ 592456 h 868681"/>
                <a:gd name="connsiteX265" fmla="*/ 448310 w 1219200"/>
                <a:gd name="connsiteY265" fmla="*/ 639446 h 868681"/>
                <a:gd name="connsiteX266" fmla="*/ 448310 w 1219200"/>
                <a:gd name="connsiteY266" fmla="*/ 647066 h 868681"/>
                <a:gd name="connsiteX267" fmla="*/ 395605 w 1219200"/>
                <a:gd name="connsiteY267" fmla="*/ 647066 h 868681"/>
                <a:gd name="connsiteX268" fmla="*/ 415290 w 1219200"/>
                <a:gd name="connsiteY268" fmla="*/ 664846 h 868681"/>
                <a:gd name="connsiteX269" fmla="*/ 430530 w 1219200"/>
                <a:gd name="connsiteY269" fmla="*/ 658496 h 868681"/>
                <a:gd name="connsiteX270" fmla="*/ 446405 w 1219200"/>
                <a:gd name="connsiteY270" fmla="*/ 671831 h 868681"/>
                <a:gd name="connsiteX271" fmla="*/ 413385 w 1219200"/>
                <a:gd name="connsiteY271" fmla="*/ 686436 h 868681"/>
                <a:gd name="connsiteX272" fmla="*/ 372110 w 1219200"/>
                <a:gd name="connsiteY272" fmla="*/ 640081 h 868681"/>
                <a:gd name="connsiteX273" fmla="*/ 412114 w 1219200"/>
                <a:gd name="connsiteY273" fmla="*/ 592456 h 868681"/>
                <a:gd name="connsiteX274" fmla="*/ 326390 w 1219200"/>
                <a:gd name="connsiteY274" fmla="*/ 592456 h 868681"/>
                <a:gd name="connsiteX275" fmla="*/ 361314 w 1219200"/>
                <a:gd name="connsiteY275" fmla="*/ 639446 h 868681"/>
                <a:gd name="connsiteX276" fmla="*/ 326390 w 1219200"/>
                <a:gd name="connsiteY276" fmla="*/ 686436 h 868681"/>
                <a:gd name="connsiteX277" fmla="*/ 306070 w 1219200"/>
                <a:gd name="connsiteY277" fmla="*/ 678816 h 868681"/>
                <a:gd name="connsiteX278" fmla="*/ 306070 w 1219200"/>
                <a:gd name="connsiteY278" fmla="*/ 706121 h 868681"/>
                <a:gd name="connsiteX279" fmla="*/ 283845 w 1219200"/>
                <a:gd name="connsiteY279" fmla="*/ 717551 h 868681"/>
                <a:gd name="connsiteX280" fmla="*/ 283845 w 1219200"/>
                <a:gd name="connsiteY280" fmla="*/ 594361 h 868681"/>
                <a:gd name="connsiteX281" fmla="*/ 306070 w 1219200"/>
                <a:gd name="connsiteY281" fmla="*/ 594361 h 868681"/>
                <a:gd name="connsiteX282" fmla="*/ 306070 w 1219200"/>
                <a:gd name="connsiteY282" fmla="*/ 600711 h 868681"/>
                <a:gd name="connsiteX283" fmla="*/ 326390 w 1219200"/>
                <a:gd name="connsiteY283" fmla="*/ 592456 h 868681"/>
                <a:gd name="connsiteX284" fmla="*/ 231775 w 1219200"/>
                <a:gd name="connsiteY284" fmla="*/ 592456 h 868681"/>
                <a:gd name="connsiteX285" fmla="*/ 268605 w 1219200"/>
                <a:gd name="connsiteY285" fmla="*/ 624206 h 868681"/>
                <a:gd name="connsiteX286" fmla="*/ 268605 w 1219200"/>
                <a:gd name="connsiteY286" fmla="*/ 684531 h 868681"/>
                <a:gd name="connsiteX287" fmla="*/ 267970 w 1219200"/>
                <a:gd name="connsiteY287" fmla="*/ 684531 h 868681"/>
                <a:gd name="connsiteX288" fmla="*/ 245745 w 1219200"/>
                <a:gd name="connsiteY288" fmla="*/ 684531 h 868681"/>
                <a:gd name="connsiteX289" fmla="*/ 245745 w 1219200"/>
                <a:gd name="connsiteY289" fmla="*/ 678181 h 868681"/>
                <a:gd name="connsiteX290" fmla="*/ 224790 w 1219200"/>
                <a:gd name="connsiteY290" fmla="*/ 686436 h 868681"/>
                <a:gd name="connsiteX291" fmla="*/ 193040 w 1219200"/>
                <a:gd name="connsiteY291" fmla="*/ 655321 h 868681"/>
                <a:gd name="connsiteX292" fmla="*/ 227965 w 1219200"/>
                <a:gd name="connsiteY292" fmla="*/ 624841 h 868681"/>
                <a:gd name="connsiteX293" fmla="*/ 245745 w 1219200"/>
                <a:gd name="connsiteY293" fmla="*/ 628651 h 868681"/>
                <a:gd name="connsiteX294" fmla="*/ 245745 w 1219200"/>
                <a:gd name="connsiteY294" fmla="*/ 623571 h 868681"/>
                <a:gd name="connsiteX295" fmla="*/ 230504 w 1219200"/>
                <a:gd name="connsiteY295" fmla="*/ 611506 h 868681"/>
                <a:gd name="connsiteX296" fmla="*/ 209549 w 1219200"/>
                <a:gd name="connsiteY296" fmla="*/ 617221 h 868681"/>
                <a:gd name="connsiteX297" fmla="*/ 200659 w 1219200"/>
                <a:gd name="connsiteY297" fmla="*/ 601346 h 868681"/>
                <a:gd name="connsiteX298" fmla="*/ 231775 w 1219200"/>
                <a:gd name="connsiteY298" fmla="*/ 592456 h 868681"/>
                <a:gd name="connsiteX299" fmla="*/ 1125855 w 1219200"/>
                <a:gd name="connsiteY299" fmla="*/ 591821 h 868681"/>
                <a:gd name="connsiteX300" fmla="*/ 1142364 w 1219200"/>
                <a:gd name="connsiteY300" fmla="*/ 598171 h 868681"/>
                <a:gd name="connsiteX301" fmla="*/ 1141730 w 1219200"/>
                <a:gd name="connsiteY301" fmla="*/ 598806 h 868681"/>
                <a:gd name="connsiteX302" fmla="*/ 1132840 w 1219200"/>
                <a:gd name="connsiteY302" fmla="*/ 621031 h 868681"/>
                <a:gd name="connsiteX303" fmla="*/ 1120140 w 1219200"/>
                <a:gd name="connsiteY303" fmla="*/ 615316 h 868681"/>
                <a:gd name="connsiteX304" fmla="*/ 1106805 w 1219200"/>
                <a:gd name="connsiteY304" fmla="*/ 635001 h 868681"/>
                <a:gd name="connsiteX305" fmla="*/ 1106805 w 1219200"/>
                <a:gd name="connsiteY305" fmla="*/ 683896 h 868681"/>
                <a:gd name="connsiteX306" fmla="*/ 1084579 w 1219200"/>
                <a:gd name="connsiteY306" fmla="*/ 683896 h 868681"/>
                <a:gd name="connsiteX307" fmla="*/ 1084579 w 1219200"/>
                <a:gd name="connsiteY307" fmla="*/ 593726 h 868681"/>
                <a:gd name="connsiteX308" fmla="*/ 1106805 w 1219200"/>
                <a:gd name="connsiteY308" fmla="*/ 593726 h 868681"/>
                <a:gd name="connsiteX309" fmla="*/ 1106805 w 1219200"/>
                <a:gd name="connsiteY309" fmla="*/ 600076 h 868681"/>
                <a:gd name="connsiteX310" fmla="*/ 1125855 w 1219200"/>
                <a:gd name="connsiteY310" fmla="*/ 591821 h 868681"/>
                <a:gd name="connsiteX311" fmla="*/ 47625 w 1219200"/>
                <a:gd name="connsiteY311" fmla="*/ 563881 h 868681"/>
                <a:gd name="connsiteX312" fmla="*/ 90170 w 1219200"/>
                <a:gd name="connsiteY312" fmla="*/ 582296 h 868681"/>
                <a:gd name="connsiteX313" fmla="*/ 73659 w 1219200"/>
                <a:gd name="connsiteY313" fmla="*/ 598806 h 868681"/>
                <a:gd name="connsiteX314" fmla="*/ 46355 w 1219200"/>
                <a:gd name="connsiteY314" fmla="*/ 586741 h 868681"/>
                <a:gd name="connsiteX315" fmla="*/ 28575 w 1219200"/>
                <a:gd name="connsiteY315" fmla="*/ 598171 h 868681"/>
                <a:gd name="connsiteX316" fmla="*/ 33655 w 1219200"/>
                <a:gd name="connsiteY316" fmla="*/ 606426 h 868681"/>
                <a:gd name="connsiteX317" fmla="*/ 52704 w 1219200"/>
                <a:gd name="connsiteY317" fmla="*/ 612776 h 868681"/>
                <a:gd name="connsiteX318" fmla="*/ 81915 w 1219200"/>
                <a:gd name="connsiteY318" fmla="*/ 624841 h 868681"/>
                <a:gd name="connsiteX319" fmla="*/ 92427 w 1219200"/>
                <a:gd name="connsiteY319" fmla="*/ 648959 h 868681"/>
                <a:gd name="connsiteX320" fmla="*/ 79454 w 1219200"/>
                <a:gd name="connsiteY320" fmla="*/ 677626 h 868681"/>
                <a:gd name="connsiteX321" fmla="*/ 47625 w 1219200"/>
                <a:gd name="connsiteY321" fmla="*/ 686436 h 868681"/>
                <a:gd name="connsiteX322" fmla="*/ 0 w 1219200"/>
                <a:gd name="connsiteY322" fmla="*/ 664846 h 868681"/>
                <a:gd name="connsiteX323" fmla="*/ 16510 w 1219200"/>
                <a:gd name="connsiteY323" fmla="*/ 650241 h 868681"/>
                <a:gd name="connsiteX324" fmla="*/ 46989 w 1219200"/>
                <a:gd name="connsiteY324" fmla="*/ 664211 h 868681"/>
                <a:gd name="connsiteX325" fmla="*/ 68579 w 1219200"/>
                <a:gd name="connsiteY325" fmla="*/ 649606 h 868681"/>
                <a:gd name="connsiteX326" fmla="*/ 61595 w 1219200"/>
                <a:gd name="connsiteY326" fmla="*/ 640081 h 868681"/>
                <a:gd name="connsiteX327" fmla="*/ 41909 w 1219200"/>
                <a:gd name="connsiteY327" fmla="*/ 634366 h 868681"/>
                <a:gd name="connsiteX328" fmla="*/ 14605 w 1219200"/>
                <a:gd name="connsiteY328" fmla="*/ 623571 h 868681"/>
                <a:gd name="connsiteX329" fmla="*/ 4444 w 1219200"/>
                <a:gd name="connsiteY329" fmla="*/ 599441 h 868681"/>
                <a:gd name="connsiteX330" fmla="*/ 47625 w 1219200"/>
                <a:gd name="connsiteY330" fmla="*/ 563881 h 868681"/>
                <a:gd name="connsiteX331" fmla="*/ 814070 w 1219200"/>
                <a:gd name="connsiteY331" fmla="*/ 560071 h 868681"/>
                <a:gd name="connsiteX332" fmla="*/ 830579 w 1219200"/>
                <a:gd name="connsiteY332" fmla="*/ 562611 h 868681"/>
                <a:gd name="connsiteX333" fmla="*/ 829945 w 1219200"/>
                <a:gd name="connsiteY333" fmla="*/ 562611 h 868681"/>
                <a:gd name="connsiteX334" fmla="*/ 829945 w 1219200"/>
                <a:gd name="connsiteY334" fmla="*/ 581026 h 868681"/>
                <a:gd name="connsiteX335" fmla="*/ 818515 w 1219200"/>
                <a:gd name="connsiteY335" fmla="*/ 579121 h 868681"/>
                <a:gd name="connsiteX336" fmla="*/ 808989 w 1219200"/>
                <a:gd name="connsiteY336" fmla="*/ 586741 h 868681"/>
                <a:gd name="connsiteX337" fmla="*/ 808989 w 1219200"/>
                <a:gd name="connsiteY337" fmla="*/ 594361 h 868681"/>
                <a:gd name="connsiteX338" fmla="*/ 824230 w 1219200"/>
                <a:gd name="connsiteY338" fmla="*/ 594361 h 868681"/>
                <a:gd name="connsiteX339" fmla="*/ 824230 w 1219200"/>
                <a:gd name="connsiteY339" fmla="*/ 615951 h 868681"/>
                <a:gd name="connsiteX340" fmla="*/ 808989 w 1219200"/>
                <a:gd name="connsiteY340" fmla="*/ 615951 h 868681"/>
                <a:gd name="connsiteX341" fmla="*/ 808989 w 1219200"/>
                <a:gd name="connsiteY341" fmla="*/ 684531 h 868681"/>
                <a:gd name="connsiteX342" fmla="*/ 786765 w 1219200"/>
                <a:gd name="connsiteY342" fmla="*/ 684531 h 868681"/>
                <a:gd name="connsiteX343" fmla="*/ 786765 w 1219200"/>
                <a:gd name="connsiteY343" fmla="*/ 615951 h 868681"/>
                <a:gd name="connsiteX344" fmla="*/ 775970 w 1219200"/>
                <a:gd name="connsiteY344" fmla="*/ 615951 h 868681"/>
                <a:gd name="connsiteX345" fmla="*/ 775970 w 1219200"/>
                <a:gd name="connsiteY345" fmla="*/ 594361 h 868681"/>
                <a:gd name="connsiteX346" fmla="*/ 786765 w 1219200"/>
                <a:gd name="connsiteY346" fmla="*/ 594361 h 868681"/>
                <a:gd name="connsiteX347" fmla="*/ 786765 w 1219200"/>
                <a:gd name="connsiteY347" fmla="*/ 583566 h 868681"/>
                <a:gd name="connsiteX348" fmla="*/ 814070 w 1219200"/>
                <a:gd name="connsiteY348" fmla="*/ 560071 h 868681"/>
                <a:gd name="connsiteX349" fmla="*/ 957579 w 1219200"/>
                <a:gd name="connsiteY349" fmla="*/ 559436 h 868681"/>
                <a:gd name="connsiteX350" fmla="*/ 957579 w 1219200"/>
                <a:gd name="connsiteY350" fmla="*/ 594361 h 868681"/>
                <a:gd name="connsiteX351" fmla="*/ 979170 w 1219200"/>
                <a:gd name="connsiteY351" fmla="*/ 594361 h 868681"/>
                <a:gd name="connsiteX352" fmla="*/ 979170 w 1219200"/>
                <a:gd name="connsiteY352" fmla="*/ 615951 h 868681"/>
                <a:gd name="connsiteX353" fmla="*/ 957579 w 1219200"/>
                <a:gd name="connsiteY353" fmla="*/ 615951 h 868681"/>
                <a:gd name="connsiteX354" fmla="*/ 957579 w 1219200"/>
                <a:gd name="connsiteY354" fmla="*/ 654051 h 868681"/>
                <a:gd name="connsiteX355" fmla="*/ 966470 w 1219200"/>
                <a:gd name="connsiteY355" fmla="*/ 664846 h 868681"/>
                <a:gd name="connsiteX356" fmla="*/ 981075 w 1219200"/>
                <a:gd name="connsiteY356" fmla="*/ 658496 h 868681"/>
                <a:gd name="connsiteX357" fmla="*/ 977900 w 1219200"/>
                <a:gd name="connsiteY357" fmla="*/ 681356 h 868681"/>
                <a:gd name="connsiteX358" fmla="*/ 959485 w 1219200"/>
                <a:gd name="connsiteY358" fmla="*/ 686436 h 868681"/>
                <a:gd name="connsiteX359" fmla="*/ 935355 w 1219200"/>
                <a:gd name="connsiteY359" fmla="*/ 659766 h 868681"/>
                <a:gd name="connsiteX360" fmla="*/ 935355 w 1219200"/>
                <a:gd name="connsiteY360" fmla="*/ 615951 h 868681"/>
                <a:gd name="connsiteX361" fmla="*/ 922655 w 1219200"/>
                <a:gd name="connsiteY361" fmla="*/ 615951 h 868681"/>
                <a:gd name="connsiteX362" fmla="*/ 922655 w 1219200"/>
                <a:gd name="connsiteY362" fmla="*/ 594361 h 868681"/>
                <a:gd name="connsiteX363" fmla="*/ 935355 w 1219200"/>
                <a:gd name="connsiteY363" fmla="*/ 594361 h 868681"/>
                <a:gd name="connsiteX364" fmla="*/ 935355 w 1219200"/>
                <a:gd name="connsiteY364" fmla="*/ 570866 h 868681"/>
                <a:gd name="connsiteX365" fmla="*/ 586739 w 1219200"/>
                <a:gd name="connsiteY365" fmla="*/ 559436 h 868681"/>
                <a:gd name="connsiteX366" fmla="*/ 586739 w 1219200"/>
                <a:gd name="connsiteY366" fmla="*/ 600711 h 868681"/>
                <a:gd name="connsiteX367" fmla="*/ 607695 w 1219200"/>
                <a:gd name="connsiteY367" fmla="*/ 592456 h 868681"/>
                <a:gd name="connsiteX368" fmla="*/ 639445 w 1219200"/>
                <a:gd name="connsiteY368" fmla="*/ 633731 h 868681"/>
                <a:gd name="connsiteX369" fmla="*/ 639445 w 1219200"/>
                <a:gd name="connsiteY369" fmla="*/ 684531 h 868681"/>
                <a:gd name="connsiteX370" fmla="*/ 617220 w 1219200"/>
                <a:gd name="connsiteY370" fmla="*/ 684531 h 868681"/>
                <a:gd name="connsiteX371" fmla="*/ 617220 w 1219200"/>
                <a:gd name="connsiteY371" fmla="*/ 635636 h 868681"/>
                <a:gd name="connsiteX372" fmla="*/ 601980 w 1219200"/>
                <a:gd name="connsiteY372" fmla="*/ 614681 h 868681"/>
                <a:gd name="connsiteX373" fmla="*/ 586739 w 1219200"/>
                <a:gd name="connsiteY373" fmla="*/ 635001 h 868681"/>
                <a:gd name="connsiteX374" fmla="*/ 586739 w 1219200"/>
                <a:gd name="connsiteY374" fmla="*/ 684531 h 868681"/>
                <a:gd name="connsiteX375" fmla="*/ 564515 w 1219200"/>
                <a:gd name="connsiteY375" fmla="*/ 684531 h 868681"/>
                <a:gd name="connsiteX376" fmla="*/ 564515 w 1219200"/>
                <a:gd name="connsiteY376" fmla="*/ 570866 h 868681"/>
                <a:gd name="connsiteX377" fmla="*/ 529590 w 1219200"/>
                <a:gd name="connsiteY377" fmla="*/ 559436 h 868681"/>
                <a:gd name="connsiteX378" fmla="*/ 529590 w 1219200"/>
                <a:gd name="connsiteY378" fmla="*/ 594361 h 868681"/>
                <a:gd name="connsiteX379" fmla="*/ 550545 w 1219200"/>
                <a:gd name="connsiteY379" fmla="*/ 594361 h 868681"/>
                <a:gd name="connsiteX380" fmla="*/ 550545 w 1219200"/>
                <a:gd name="connsiteY380" fmla="*/ 615951 h 868681"/>
                <a:gd name="connsiteX381" fmla="*/ 529590 w 1219200"/>
                <a:gd name="connsiteY381" fmla="*/ 615951 h 868681"/>
                <a:gd name="connsiteX382" fmla="*/ 529590 w 1219200"/>
                <a:gd name="connsiteY382" fmla="*/ 654051 h 868681"/>
                <a:gd name="connsiteX383" fmla="*/ 538480 w 1219200"/>
                <a:gd name="connsiteY383" fmla="*/ 664846 h 868681"/>
                <a:gd name="connsiteX384" fmla="*/ 553084 w 1219200"/>
                <a:gd name="connsiteY384" fmla="*/ 658496 h 868681"/>
                <a:gd name="connsiteX385" fmla="*/ 549909 w 1219200"/>
                <a:gd name="connsiteY385" fmla="*/ 681356 h 868681"/>
                <a:gd name="connsiteX386" fmla="*/ 531495 w 1219200"/>
                <a:gd name="connsiteY386" fmla="*/ 686436 h 868681"/>
                <a:gd name="connsiteX387" fmla="*/ 507364 w 1219200"/>
                <a:gd name="connsiteY387" fmla="*/ 659766 h 868681"/>
                <a:gd name="connsiteX388" fmla="*/ 507364 w 1219200"/>
                <a:gd name="connsiteY388" fmla="*/ 615951 h 868681"/>
                <a:gd name="connsiteX389" fmla="*/ 491489 w 1219200"/>
                <a:gd name="connsiteY389" fmla="*/ 615951 h 868681"/>
                <a:gd name="connsiteX390" fmla="*/ 491489 w 1219200"/>
                <a:gd name="connsiteY390" fmla="*/ 594361 h 868681"/>
                <a:gd name="connsiteX391" fmla="*/ 507364 w 1219200"/>
                <a:gd name="connsiteY391" fmla="*/ 594361 h 868681"/>
                <a:gd name="connsiteX392" fmla="*/ 507364 w 1219200"/>
                <a:gd name="connsiteY392" fmla="*/ 570866 h 868681"/>
                <a:gd name="connsiteX393" fmla="*/ 128269 w 1219200"/>
                <a:gd name="connsiteY393" fmla="*/ 559436 h 868681"/>
                <a:gd name="connsiteX394" fmla="*/ 128269 w 1219200"/>
                <a:gd name="connsiteY394" fmla="*/ 600711 h 868681"/>
                <a:gd name="connsiteX395" fmla="*/ 149224 w 1219200"/>
                <a:gd name="connsiteY395" fmla="*/ 592456 h 868681"/>
                <a:gd name="connsiteX396" fmla="*/ 180974 w 1219200"/>
                <a:gd name="connsiteY396" fmla="*/ 633731 h 868681"/>
                <a:gd name="connsiteX397" fmla="*/ 180974 w 1219200"/>
                <a:gd name="connsiteY397" fmla="*/ 684531 h 868681"/>
                <a:gd name="connsiteX398" fmla="*/ 158750 w 1219200"/>
                <a:gd name="connsiteY398" fmla="*/ 684531 h 868681"/>
                <a:gd name="connsiteX399" fmla="*/ 158750 w 1219200"/>
                <a:gd name="connsiteY399" fmla="*/ 635636 h 868681"/>
                <a:gd name="connsiteX400" fmla="*/ 143510 w 1219200"/>
                <a:gd name="connsiteY400" fmla="*/ 614681 h 868681"/>
                <a:gd name="connsiteX401" fmla="*/ 128269 w 1219200"/>
                <a:gd name="connsiteY401" fmla="*/ 635001 h 868681"/>
                <a:gd name="connsiteX402" fmla="*/ 128269 w 1219200"/>
                <a:gd name="connsiteY402" fmla="*/ 684531 h 868681"/>
                <a:gd name="connsiteX403" fmla="*/ 106045 w 1219200"/>
                <a:gd name="connsiteY403" fmla="*/ 684531 h 868681"/>
                <a:gd name="connsiteX404" fmla="*/ 106045 w 1219200"/>
                <a:gd name="connsiteY404" fmla="*/ 570866 h 868681"/>
                <a:gd name="connsiteX405" fmla="*/ 269875 w 1219200"/>
                <a:gd name="connsiteY405" fmla="*/ 635 h 868681"/>
                <a:gd name="connsiteX406" fmla="*/ 501015 w 1219200"/>
                <a:gd name="connsiteY406" fmla="*/ 635 h 868681"/>
                <a:gd name="connsiteX407" fmla="*/ 554989 w 1219200"/>
                <a:gd name="connsiteY407" fmla="*/ 94615 h 868681"/>
                <a:gd name="connsiteX408" fmla="*/ 391795 w 1219200"/>
                <a:gd name="connsiteY408" fmla="*/ 94615 h 868681"/>
                <a:gd name="connsiteX409" fmla="*/ 391795 w 1219200"/>
                <a:gd name="connsiteY409" fmla="*/ 161925 h 868681"/>
                <a:gd name="connsiteX410" fmla="*/ 539114 w 1219200"/>
                <a:gd name="connsiteY410" fmla="*/ 161925 h 868681"/>
                <a:gd name="connsiteX411" fmla="*/ 539114 w 1219200"/>
                <a:gd name="connsiteY411" fmla="*/ 247650 h 868681"/>
                <a:gd name="connsiteX412" fmla="*/ 391795 w 1219200"/>
                <a:gd name="connsiteY412" fmla="*/ 247650 h 868681"/>
                <a:gd name="connsiteX413" fmla="*/ 391795 w 1219200"/>
                <a:gd name="connsiteY413" fmla="*/ 314325 h 868681"/>
                <a:gd name="connsiteX414" fmla="*/ 595629 w 1219200"/>
                <a:gd name="connsiteY414" fmla="*/ 314325 h 868681"/>
                <a:gd name="connsiteX415" fmla="*/ 595629 w 1219200"/>
                <a:gd name="connsiteY415" fmla="*/ 408305 h 868681"/>
                <a:gd name="connsiteX416" fmla="*/ 269875 w 1219200"/>
                <a:gd name="connsiteY416" fmla="*/ 408305 h 868681"/>
                <a:gd name="connsiteX417" fmla="*/ 539114 w 1219200"/>
                <a:gd name="connsiteY417" fmla="*/ 0 h 868681"/>
                <a:gd name="connsiteX418" fmla="*/ 674370 w 1219200"/>
                <a:gd name="connsiteY418" fmla="*/ 0 h 868681"/>
                <a:gd name="connsiteX419" fmla="*/ 743584 w 1219200"/>
                <a:gd name="connsiteY419" fmla="*/ 132715 h 868681"/>
                <a:gd name="connsiteX420" fmla="*/ 812799 w 1219200"/>
                <a:gd name="connsiteY420" fmla="*/ 0 h 868681"/>
                <a:gd name="connsiteX421" fmla="*/ 946150 w 1219200"/>
                <a:gd name="connsiteY421" fmla="*/ 0 h 868681"/>
                <a:gd name="connsiteX422" fmla="*/ 803275 w 1219200"/>
                <a:gd name="connsiteY422" fmla="*/ 246380 h 868681"/>
                <a:gd name="connsiteX423" fmla="*/ 803275 w 1219200"/>
                <a:gd name="connsiteY423" fmla="*/ 407670 h 868681"/>
                <a:gd name="connsiteX424" fmla="*/ 681355 w 1219200"/>
                <a:gd name="connsiteY424" fmla="*/ 407670 h 868681"/>
                <a:gd name="connsiteX425" fmla="*/ 681355 w 1219200"/>
                <a:gd name="connsiteY425" fmla="*/ 246380 h 868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</a:cxnLst>
              <a:rect l="l" t="t" r="r" b="b"/>
              <a:pathLst>
                <a:path w="1219200" h="868681">
                  <a:moveTo>
                    <a:pt x="245110" y="839471"/>
                  </a:moveTo>
                  <a:lnTo>
                    <a:pt x="246379" y="839471"/>
                  </a:lnTo>
                  <a:lnTo>
                    <a:pt x="245041" y="839979"/>
                  </a:lnTo>
                  <a:close/>
                  <a:moveTo>
                    <a:pt x="522605" y="796926"/>
                  </a:moveTo>
                  <a:cubicBezTo>
                    <a:pt x="509905" y="796926"/>
                    <a:pt x="504189" y="807721"/>
                    <a:pt x="504189" y="821691"/>
                  </a:cubicBezTo>
                  <a:cubicBezTo>
                    <a:pt x="504189" y="831216"/>
                    <a:pt x="508000" y="845821"/>
                    <a:pt x="522605" y="845821"/>
                  </a:cubicBezTo>
                  <a:cubicBezTo>
                    <a:pt x="537845" y="845821"/>
                    <a:pt x="541019" y="831851"/>
                    <a:pt x="541019" y="821691"/>
                  </a:cubicBezTo>
                  <a:cubicBezTo>
                    <a:pt x="541019" y="807721"/>
                    <a:pt x="535305" y="796926"/>
                    <a:pt x="522605" y="796926"/>
                  </a:cubicBezTo>
                  <a:close/>
                  <a:moveTo>
                    <a:pt x="817245" y="796291"/>
                  </a:moveTo>
                  <a:cubicBezTo>
                    <a:pt x="803909" y="796291"/>
                    <a:pt x="800735" y="807086"/>
                    <a:pt x="800735" y="819786"/>
                  </a:cubicBezTo>
                  <a:cubicBezTo>
                    <a:pt x="800735" y="834391"/>
                    <a:pt x="805180" y="846456"/>
                    <a:pt x="817879" y="846456"/>
                  </a:cubicBezTo>
                  <a:cubicBezTo>
                    <a:pt x="824230" y="846456"/>
                    <a:pt x="828674" y="843281"/>
                    <a:pt x="833754" y="838836"/>
                  </a:cubicBezTo>
                  <a:lnTo>
                    <a:pt x="833754" y="838201"/>
                  </a:lnTo>
                  <a:lnTo>
                    <a:pt x="833754" y="803911"/>
                  </a:lnTo>
                  <a:cubicBezTo>
                    <a:pt x="828674" y="798831"/>
                    <a:pt x="824230" y="796291"/>
                    <a:pt x="817245" y="796291"/>
                  </a:cubicBezTo>
                  <a:close/>
                  <a:moveTo>
                    <a:pt x="1179195" y="794386"/>
                  </a:moveTo>
                  <a:cubicBezTo>
                    <a:pt x="1168400" y="794386"/>
                    <a:pt x="1163954" y="803911"/>
                    <a:pt x="1163320" y="811531"/>
                  </a:cubicBezTo>
                  <a:lnTo>
                    <a:pt x="1163954" y="811531"/>
                  </a:lnTo>
                  <a:lnTo>
                    <a:pt x="1195704" y="811531"/>
                  </a:lnTo>
                  <a:cubicBezTo>
                    <a:pt x="1195070" y="801371"/>
                    <a:pt x="1188720" y="794386"/>
                    <a:pt x="1179195" y="794386"/>
                  </a:cubicBezTo>
                  <a:close/>
                  <a:moveTo>
                    <a:pt x="909320" y="794386"/>
                  </a:moveTo>
                  <a:cubicBezTo>
                    <a:pt x="898525" y="794386"/>
                    <a:pt x="894079" y="803911"/>
                    <a:pt x="893445" y="811531"/>
                  </a:cubicBezTo>
                  <a:lnTo>
                    <a:pt x="894079" y="811531"/>
                  </a:lnTo>
                  <a:lnTo>
                    <a:pt x="925829" y="811531"/>
                  </a:lnTo>
                  <a:cubicBezTo>
                    <a:pt x="925195" y="801371"/>
                    <a:pt x="918845" y="794386"/>
                    <a:pt x="909320" y="794386"/>
                  </a:cubicBezTo>
                  <a:close/>
                  <a:moveTo>
                    <a:pt x="737870" y="775971"/>
                  </a:moveTo>
                  <a:lnTo>
                    <a:pt x="761364" y="775971"/>
                  </a:lnTo>
                  <a:lnTo>
                    <a:pt x="761364" y="866141"/>
                  </a:lnTo>
                  <a:lnTo>
                    <a:pt x="737870" y="866141"/>
                  </a:lnTo>
                  <a:close/>
                  <a:moveTo>
                    <a:pt x="143510" y="775971"/>
                  </a:moveTo>
                  <a:lnTo>
                    <a:pt x="167004" y="775971"/>
                  </a:lnTo>
                  <a:lnTo>
                    <a:pt x="167004" y="866141"/>
                  </a:lnTo>
                  <a:lnTo>
                    <a:pt x="143510" y="866141"/>
                  </a:lnTo>
                  <a:close/>
                  <a:moveTo>
                    <a:pt x="635" y="775971"/>
                  </a:moveTo>
                  <a:lnTo>
                    <a:pt x="26670" y="775971"/>
                  </a:lnTo>
                  <a:lnTo>
                    <a:pt x="40004" y="828041"/>
                  </a:lnTo>
                  <a:lnTo>
                    <a:pt x="55245" y="775971"/>
                  </a:lnTo>
                  <a:lnTo>
                    <a:pt x="76200" y="775971"/>
                  </a:lnTo>
                  <a:lnTo>
                    <a:pt x="91439" y="828041"/>
                  </a:lnTo>
                  <a:lnTo>
                    <a:pt x="105409" y="775971"/>
                  </a:lnTo>
                  <a:lnTo>
                    <a:pt x="130810" y="775971"/>
                  </a:lnTo>
                  <a:lnTo>
                    <a:pt x="102235" y="866141"/>
                  </a:lnTo>
                  <a:lnTo>
                    <a:pt x="80644" y="866141"/>
                  </a:lnTo>
                  <a:lnTo>
                    <a:pt x="65405" y="811531"/>
                  </a:lnTo>
                  <a:lnTo>
                    <a:pt x="50165" y="866141"/>
                  </a:lnTo>
                  <a:lnTo>
                    <a:pt x="28575" y="866141"/>
                  </a:lnTo>
                  <a:close/>
                  <a:moveTo>
                    <a:pt x="1181099" y="774066"/>
                  </a:moveTo>
                  <a:cubicBezTo>
                    <a:pt x="1204595" y="774066"/>
                    <a:pt x="1219200" y="795021"/>
                    <a:pt x="1219200" y="821056"/>
                  </a:cubicBezTo>
                  <a:lnTo>
                    <a:pt x="1218564" y="821056"/>
                  </a:lnTo>
                  <a:cubicBezTo>
                    <a:pt x="1218564" y="821056"/>
                    <a:pt x="1218564" y="827406"/>
                    <a:pt x="1218564" y="828676"/>
                  </a:cubicBezTo>
                  <a:lnTo>
                    <a:pt x="1163954" y="828676"/>
                  </a:lnTo>
                  <a:cubicBezTo>
                    <a:pt x="1165224" y="841376"/>
                    <a:pt x="1173480" y="846456"/>
                    <a:pt x="1183004" y="846456"/>
                  </a:cubicBezTo>
                  <a:cubicBezTo>
                    <a:pt x="1188720" y="846456"/>
                    <a:pt x="1193799" y="844551"/>
                    <a:pt x="1198879" y="840106"/>
                  </a:cubicBezTo>
                  <a:lnTo>
                    <a:pt x="1214754" y="853441"/>
                  </a:lnTo>
                  <a:cubicBezTo>
                    <a:pt x="1206500" y="864236"/>
                    <a:pt x="1193799" y="868046"/>
                    <a:pt x="1182370" y="868046"/>
                  </a:cubicBezTo>
                  <a:cubicBezTo>
                    <a:pt x="1156335" y="868046"/>
                    <a:pt x="1141095" y="847726"/>
                    <a:pt x="1141095" y="821056"/>
                  </a:cubicBezTo>
                  <a:cubicBezTo>
                    <a:pt x="1141095" y="792481"/>
                    <a:pt x="1158875" y="774066"/>
                    <a:pt x="1181099" y="774066"/>
                  </a:cubicBezTo>
                  <a:close/>
                  <a:moveTo>
                    <a:pt x="1097915" y="774066"/>
                  </a:moveTo>
                  <a:cubicBezTo>
                    <a:pt x="1113790" y="774066"/>
                    <a:pt x="1125220" y="781051"/>
                    <a:pt x="1133474" y="793751"/>
                  </a:cubicBezTo>
                  <a:lnTo>
                    <a:pt x="1118235" y="808991"/>
                  </a:lnTo>
                  <a:cubicBezTo>
                    <a:pt x="1113155" y="802006"/>
                    <a:pt x="1107439" y="796291"/>
                    <a:pt x="1097915" y="796291"/>
                  </a:cubicBezTo>
                  <a:cubicBezTo>
                    <a:pt x="1085215" y="796291"/>
                    <a:pt x="1078864" y="807086"/>
                    <a:pt x="1078864" y="820421"/>
                  </a:cubicBezTo>
                  <a:cubicBezTo>
                    <a:pt x="1078864" y="833121"/>
                    <a:pt x="1084579" y="845186"/>
                    <a:pt x="1097915" y="845186"/>
                  </a:cubicBezTo>
                  <a:cubicBezTo>
                    <a:pt x="1106170" y="845186"/>
                    <a:pt x="1113155" y="840741"/>
                    <a:pt x="1118235" y="833756"/>
                  </a:cubicBezTo>
                  <a:lnTo>
                    <a:pt x="1118870" y="834391"/>
                  </a:lnTo>
                  <a:lnTo>
                    <a:pt x="1133474" y="848361"/>
                  </a:lnTo>
                  <a:cubicBezTo>
                    <a:pt x="1125855" y="857886"/>
                    <a:pt x="1115060" y="868046"/>
                    <a:pt x="1097280" y="868046"/>
                  </a:cubicBezTo>
                  <a:cubicBezTo>
                    <a:pt x="1072515" y="868046"/>
                    <a:pt x="1054735" y="848361"/>
                    <a:pt x="1054735" y="821056"/>
                  </a:cubicBezTo>
                  <a:cubicBezTo>
                    <a:pt x="1054735" y="796291"/>
                    <a:pt x="1069974" y="774066"/>
                    <a:pt x="1097915" y="774066"/>
                  </a:cubicBezTo>
                  <a:close/>
                  <a:moveTo>
                    <a:pt x="1009015" y="774066"/>
                  </a:moveTo>
                  <a:cubicBezTo>
                    <a:pt x="1033144" y="774066"/>
                    <a:pt x="1041400" y="793116"/>
                    <a:pt x="1041400" y="815341"/>
                  </a:cubicBezTo>
                  <a:lnTo>
                    <a:pt x="1041400" y="866141"/>
                  </a:lnTo>
                  <a:lnTo>
                    <a:pt x="1017905" y="866141"/>
                  </a:lnTo>
                  <a:lnTo>
                    <a:pt x="1017905" y="817246"/>
                  </a:lnTo>
                  <a:cubicBezTo>
                    <a:pt x="1017905" y="804546"/>
                    <a:pt x="1014730" y="796291"/>
                    <a:pt x="1002665" y="796291"/>
                  </a:cubicBezTo>
                  <a:cubicBezTo>
                    <a:pt x="990599" y="796291"/>
                    <a:pt x="986790" y="803276"/>
                    <a:pt x="986790" y="816611"/>
                  </a:cubicBezTo>
                  <a:lnTo>
                    <a:pt x="986790" y="866141"/>
                  </a:lnTo>
                  <a:lnTo>
                    <a:pt x="963295" y="866141"/>
                  </a:lnTo>
                  <a:lnTo>
                    <a:pt x="963295" y="775971"/>
                  </a:lnTo>
                  <a:lnTo>
                    <a:pt x="986790" y="775971"/>
                  </a:lnTo>
                  <a:lnTo>
                    <a:pt x="986790" y="782321"/>
                  </a:lnTo>
                  <a:cubicBezTo>
                    <a:pt x="991870" y="777241"/>
                    <a:pt x="998855" y="774066"/>
                    <a:pt x="1009015" y="774066"/>
                  </a:cubicBezTo>
                  <a:close/>
                  <a:moveTo>
                    <a:pt x="911224" y="774066"/>
                  </a:moveTo>
                  <a:cubicBezTo>
                    <a:pt x="934720" y="774066"/>
                    <a:pt x="949325" y="795021"/>
                    <a:pt x="949325" y="821056"/>
                  </a:cubicBezTo>
                  <a:lnTo>
                    <a:pt x="948689" y="821056"/>
                  </a:lnTo>
                  <a:cubicBezTo>
                    <a:pt x="948689" y="821056"/>
                    <a:pt x="948689" y="827406"/>
                    <a:pt x="948689" y="828676"/>
                  </a:cubicBezTo>
                  <a:lnTo>
                    <a:pt x="894079" y="828676"/>
                  </a:lnTo>
                  <a:cubicBezTo>
                    <a:pt x="895349" y="841376"/>
                    <a:pt x="903605" y="846456"/>
                    <a:pt x="913129" y="846456"/>
                  </a:cubicBezTo>
                  <a:cubicBezTo>
                    <a:pt x="918845" y="846456"/>
                    <a:pt x="923924" y="844551"/>
                    <a:pt x="929004" y="840106"/>
                  </a:cubicBezTo>
                  <a:lnTo>
                    <a:pt x="944879" y="853441"/>
                  </a:lnTo>
                  <a:cubicBezTo>
                    <a:pt x="936625" y="864236"/>
                    <a:pt x="923924" y="868046"/>
                    <a:pt x="912495" y="868046"/>
                  </a:cubicBezTo>
                  <a:cubicBezTo>
                    <a:pt x="886459" y="868046"/>
                    <a:pt x="871220" y="847726"/>
                    <a:pt x="871220" y="821056"/>
                  </a:cubicBezTo>
                  <a:cubicBezTo>
                    <a:pt x="871220" y="792481"/>
                    <a:pt x="889000" y="774066"/>
                    <a:pt x="911224" y="774066"/>
                  </a:cubicBezTo>
                  <a:close/>
                  <a:moveTo>
                    <a:pt x="623570" y="774066"/>
                  </a:moveTo>
                  <a:cubicBezTo>
                    <a:pt x="647700" y="774066"/>
                    <a:pt x="655954" y="793116"/>
                    <a:pt x="655954" y="815341"/>
                  </a:cubicBezTo>
                  <a:lnTo>
                    <a:pt x="655954" y="866141"/>
                  </a:lnTo>
                  <a:lnTo>
                    <a:pt x="632459" y="866141"/>
                  </a:lnTo>
                  <a:lnTo>
                    <a:pt x="632459" y="817246"/>
                  </a:lnTo>
                  <a:cubicBezTo>
                    <a:pt x="632459" y="804546"/>
                    <a:pt x="629284" y="796291"/>
                    <a:pt x="617220" y="796291"/>
                  </a:cubicBezTo>
                  <a:cubicBezTo>
                    <a:pt x="605155" y="796291"/>
                    <a:pt x="601345" y="803276"/>
                    <a:pt x="601345" y="816611"/>
                  </a:cubicBezTo>
                  <a:lnTo>
                    <a:pt x="601345" y="866141"/>
                  </a:lnTo>
                  <a:lnTo>
                    <a:pt x="577849" y="866141"/>
                  </a:lnTo>
                  <a:lnTo>
                    <a:pt x="577849" y="775971"/>
                  </a:lnTo>
                  <a:lnTo>
                    <a:pt x="601345" y="775971"/>
                  </a:lnTo>
                  <a:lnTo>
                    <a:pt x="601345" y="782321"/>
                  </a:lnTo>
                  <a:cubicBezTo>
                    <a:pt x="606424" y="777241"/>
                    <a:pt x="613409" y="774066"/>
                    <a:pt x="623570" y="774066"/>
                  </a:cubicBezTo>
                  <a:close/>
                  <a:moveTo>
                    <a:pt x="522605" y="774066"/>
                  </a:moveTo>
                  <a:cubicBezTo>
                    <a:pt x="548004" y="774066"/>
                    <a:pt x="564515" y="793116"/>
                    <a:pt x="564515" y="821056"/>
                  </a:cubicBezTo>
                  <a:cubicBezTo>
                    <a:pt x="564515" y="848996"/>
                    <a:pt x="546735" y="868046"/>
                    <a:pt x="522605" y="868046"/>
                  </a:cubicBezTo>
                  <a:cubicBezTo>
                    <a:pt x="498474" y="868046"/>
                    <a:pt x="480695" y="848996"/>
                    <a:pt x="480695" y="821056"/>
                  </a:cubicBezTo>
                  <a:cubicBezTo>
                    <a:pt x="480695" y="794386"/>
                    <a:pt x="496570" y="774066"/>
                    <a:pt x="522605" y="774066"/>
                  </a:cubicBezTo>
                  <a:close/>
                  <a:moveTo>
                    <a:pt x="436879" y="774066"/>
                  </a:moveTo>
                  <a:cubicBezTo>
                    <a:pt x="452754" y="774066"/>
                    <a:pt x="464185" y="781051"/>
                    <a:pt x="472439" y="793751"/>
                  </a:cubicBezTo>
                  <a:lnTo>
                    <a:pt x="457200" y="808991"/>
                  </a:lnTo>
                  <a:cubicBezTo>
                    <a:pt x="452120" y="802006"/>
                    <a:pt x="446405" y="796291"/>
                    <a:pt x="436879" y="796291"/>
                  </a:cubicBezTo>
                  <a:cubicBezTo>
                    <a:pt x="424180" y="796291"/>
                    <a:pt x="417829" y="807086"/>
                    <a:pt x="417829" y="820421"/>
                  </a:cubicBezTo>
                  <a:cubicBezTo>
                    <a:pt x="417829" y="833121"/>
                    <a:pt x="423545" y="845186"/>
                    <a:pt x="436879" y="845186"/>
                  </a:cubicBezTo>
                  <a:cubicBezTo>
                    <a:pt x="445135" y="845186"/>
                    <a:pt x="452120" y="840741"/>
                    <a:pt x="457200" y="833756"/>
                  </a:cubicBezTo>
                  <a:lnTo>
                    <a:pt x="457834" y="834391"/>
                  </a:lnTo>
                  <a:lnTo>
                    <a:pt x="472439" y="848361"/>
                  </a:lnTo>
                  <a:cubicBezTo>
                    <a:pt x="464820" y="857886"/>
                    <a:pt x="454025" y="868046"/>
                    <a:pt x="436245" y="868046"/>
                  </a:cubicBezTo>
                  <a:cubicBezTo>
                    <a:pt x="411480" y="868046"/>
                    <a:pt x="393700" y="848361"/>
                    <a:pt x="393700" y="821056"/>
                  </a:cubicBezTo>
                  <a:cubicBezTo>
                    <a:pt x="393700" y="796291"/>
                    <a:pt x="408939" y="774066"/>
                    <a:pt x="436879" y="774066"/>
                  </a:cubicBezTo>
                  <a:close/>
                  <a:moveTo>
                    <a:pt x="219075" y="742316"/>
                  </a:moveTo>
                  <a:lnTo>
                    <a:pt x="219075" y="777241"/>
                  </a:lnTo>
                  <a:lnTo>
                    <a:pt x="245110" y="777241"/>
                  </a:lnTo>
                  <a:lnTo>
                    <a:pt x="245110" y="798831"/>
                  </a:lnTo>
                  <a:lnTo>
                    <a:pt x="219075" y="798831"/>
                  </a:lnTo>
                  <a:lnTo>
                    <a:pt x="219075" y="835661"/>
                  </a:lnTo>
                  <a:cubicBezTo>
                    <a:pt x="219075" y="843916"/>
                    <a:pt x="222250" y="846456"/>
                    <a:pt x="227965" y="846456"/>
                  </a:cubicBezTo>
                  <a:lnTo>
                    <a:pt x="245041" y="839979"/>
                  </a:lnTo>
                  <a:lnTo>
                    <a:pt x="241935" y="862966"/>
                  </a:lnTo>
                  <a:cubicBezTo>
                    <a:pt x="236855" y="866776"/>
                    <a:pt x="225424" y="868681"/>
                    <a:pt x="219709" y="868681"/>
                  </a:cubicBezTo>
                  <a:cubicBezTo>
                    <a:pt x="205739" y="868681"/>
                    <a:pt x="195579" y="857251"/>
                    <a:pt x="195579" y="842011"/>
                  </a:cubicBezTo>
                  <a:lnTo>
                    <a:pt x="195579" y="798831"/>
                  </a:lnTo>
                  <a:lnTo>
                    <a:pt x="179704" y="798831"/>
                  </a:lnTo>
                  <a:lnTo>
                    <a:pt x="179704" y="777241"/>
                  </a:lnTo>
                  <a:lnTo>
                    <a:pt x="195579" y="777241"/>
                  </a:lnTo>
                  <a:lnTo>
                    <a:pt x="195579" y="753746"/>
                  </a:lnTo>
                  <a:close/>
                  <a:moveTo>
                    <a:pt x="749935" y="741681"/>
                  </a:moveTo>
                  <a:cubicBezTo>
                    <a:pt x="757555" y="741681"/>
                    <a:pt x="763269" y="747396"/>
                    <a:pt x="763269" y="755016"/>
                  </a:cubicBezTo>
                  <a:cubicBezTo>
                    <a:pt x="763269" y="762636"/>
                    <a:pt x="757555" y="768351"/>
                    <a:pt x="749935" y="768351"/>
                  </a:cubicBezTo>
                  <a:cubicBezTo>
                    <a:pt x="742314" y="768351"/>
                    <a:pt x="736599" y="762636"/>
                    <a:pt x="736599" y="755016"/>
                  </a:cubicBezTo>
                  <a:cubicBezTo>
                    <a:pt x="736599" y="747396"/>
                    <a:pt x="742314" y="741681"/>
                    <a:pt x="749935" y="741681"/>
                  </a:cubicBezTo>
                  <a:close/>
                  <a:moveTo>
                    <a:pt x="154939" y="741681"/>
                  </a:moveTo>
                  <a:cubicBezTo>
                    <a:pt x="162560" y="741681"/>
                    <a:pt x="168275" y="747396"/>
                    <a:pt x="168275" y="755016"/>
                  </a:cubicBezTo>
                  <a:cubicBezTo>
                    <a:pt x="168275" y="762636"/>
                    <a:pt x="162560" y="768351"/>
                    <a:pt x="154939" y="768351"/>
                  </a:cubicBezTo>
                  <a:cubicBezTo>
                    <a:pt x="147320" y="768351"/>
                    <a:pt x="141605" y="762636"/>
                    <a:pt x="141605" y="755016"/>
                  </a:cubicBezTo>
                  <a:cubicBezTo>
                    <a:pt x="141605" y="747396"/>
                    <a:pt x="147320" y="741681"/>
                    <a:pt x="154939" y="741681"/>
                  </a:cubicBezTo>
                  <a:close/>
                  <a:moveTo>
                    <a:pt x="856614" y="741046"/>
                  </a:moveTo>
                  <a:lnTo>
                    <a:pt x="856614" y="866141"/>
                  </a:lnTo>
                  <a:lnTo>
                    <a:pt x="833120" y="866141"/>
                  </a:lnTo>
                  <a:lnTo>
                    <a:pt x="833120" y="860426"/>
                  </a:lnTo>
                  <a:cubicBezTo>
                    <a:pt x="825500" y="866141"/>
                    <a:pt x="821055" y="868046"/>
                    <a:pt x="812799" y="868046"/>
                  </a:cubicBezTo>
                  <a:cubicBezTo>
                    <a:pt x="786765" y="868046"/>
                    <a:pt x="775970" y="845821"/>
                    <a:pt x="775970" y="820421"/>
                  </a:cubicBezTo>
                  <a:cubicBezTo>
                    <a:pt x="775970" y="793116"/>
                    <a:pt x="788670" y="774066"/>
                    <a:pt x="812165" y="774066"/>
                  </a:cubicBezTo>
                  <a:cubicBezTo>
                    <a:pt x="819784" y="774066"/>
                    <a:pt x="827405" y="775971"/>
                    <a:pt x="833120" y="781051"/>
                  </a:cubicBezTo>
                  <a:lnTo>
                    <a:pt x="833120" y="752476"/>
                  </a:lnTo>
                  <a:close/>
                  <a:moveTo>
                    <a:pt x="707390" y="741046"/>
                  </a:moveTo>
                  <a:cubicBezTo>
                    <a:pt x="712470" y="741046"/>
                    <a:pt x="719454" y="741046"/>
                    <a:pt x="724534" y="743586"/>
                  </a:cubicBezTo>
                  <a:lnTo>
                    <a:pt x="724534" y="744221"/>
                  </a:lnTo>
                  <a:lnTo>
                    <a:pt x="724534" y="762636"/>
                  </a:lnTo>
                  <a:cubicBezTo>
                    <a:pt x="721360" y="761366"/>
                    <a:pt x="716280" y="760731"/>
                    <a:pt x="713105" y="760731"/>
                  </a:cubicBezTo>
                  <a:cubicBezTo>
                    <a:pt x="706120" y="760731"/>
                    <a:pt x="703579" y="762636"/>
                    <a:pt x="703579" y="768351"/>
                  </a:cubicBezTo>
                  <a:lnTo>
                    <a:pt x="703579" y="775336"/>
                  </a:lnTo>
                  <a:lnTo>
                    <a:pt x="722629" y="775336"/>
                  </a:lnTo>
                  <a:lnTo>
                    <a:pt x="722629" y="796926"/>
                  </a:lnTo>
                  <a:lnTo>
                    <a:pt x="703579" y="796926"/>
                  </a:lnTo>
                  <a:lnTo>
                    <a:pt x="703579" y="865506"/>
                  </a:lnTo>
                  <a:lnTo>
                    <a:pt x="680084" y="865506"/>
                  </a:lnTo>
                  <a:lnTo>
                    <a:pt x="680084" y="796926"/>
                  </a:lnTo>
                  <a:lnTo>
                    <a:pt x="667385" y="796926"/>
                  </a:lnTo>
                  <a:lnTo>
                    <a:pt x="667385" y="775336"/>
                  </a:lnTo>
                  <a:lnTo>
                    <a:pt x="680084" y="775336"/>
                  </a:lnTo>
                  <a:lnTo>
                    <a:pt x="680084" y="764541"/>
                  </a:lnTo>
                  <a:cubicBezTo>
                    <a:pt x="680084" y="748031"/>
                    <a:pt x="690879" y="741046"/>
                    <a:pt x="707390" y="741046"/>
                  </a:cubicBezTo>
                  <a:close/>
                  <a:moveTo>
                    <a:pt x="282575" y="741046"/>
                  </a:moveTo>
                  <a:lnTo>
                    <a:pt x="282575" y="782321"/>
                  </a:lnTo>
                  <a:cubicBezTo>
                    <a:pt x="287019" y="777241"/>
                    <a:pt x="295909" y="774066"/>
                    <a:pt x="304799" y="774066"/>
                  </a:cubicBezTo>
                  <a:cubicBezTo>
                    <a:pt x="328295" y="774066"/>
                    <a:pt x="336549" y="792481"/>
                    <a:pt x="336549" y="815341"/>
                  </a:cubicBezTo>
                  <a:lnTo>
                    <a:pt x="336549" y="866141"/>
                  </a:lnTo>
                  <a:lnTo>
                    <a:pt x="313689" y="866141"/>
                  </a:lnTo>
                  <a:lnTo>
                    <a:pt x="313689" y="817246"/>
                  </a:lnTo>
                  <a:cubicBezTo>
                    <a:pt x="313689" y="804546"/>
                    <a:pt x="310515" y="796291"/>
                    <a:pt x="298450" y="796291"/>
                  </a:cubicBezTo>
                  <a:cubicBezTo>
                    <a:pt x="286385" y="796291"/>
                    <a:pt x="282575" y="803276"/>
                    <a:pt x="282575" y="816611"/>
                  </a:cubicBezTo>
                  <a:lnTo>
                    <a:pt x="282575" y="866141"/>
                  </a:lnTo>
                  <a:lnTo>
                    <a:pt x="259079" y="866141"/>
                  </a:lnTo>
                  <a:lnTo>
                    <a:pt x="259079" y="752476"/>
                  </a:lnTo>
                  <a:close/>
                  <a:moveTo>
                    <a:pt x="92709" y="648336"/>
                  </a:moveTo>
                  <a:lnTo>
                    <a:pt x="92709" y="649606"/>
                  </a:lnTo>
                  <a:lnTo>
                    <a:pt x="92427" y="648959"/>
                  </a:lnTo>
                  <a:close/>
                  <a:moveTo>
                    <a:pt x="230504" y="643256"/>
                  </a:moveTo>
                  <a:cubicBezTo>
                    <a:pt x="220345" y="643256"/>
                    <a:pt x="215900" y="647701"/>
                    <a:pt x="215900" y="654686"/>
                  </a:cubicBezTo>
                  <a:cubicBezTo>
                    <a:pt x="215900" y="661671"/>
                    <a:pt x="220345" y="667386"/>
                    <a:pt x="228599" y="667386"/>
                  </a:cubicBezTo>
                  <a:cubicBezTo>
                    <a:pt x="233045" y="667386"/>
                    <a:pt x="240665" y="666116"/>
                    <a:pt x="245745" y="658496"/>
                  </a:cubicBezTo>
                  <a:lnTo>
                    <a:pt x="245745" y="647066"/>
                  </a:lnTo>
                  <a:cubicBezTo>
                    <a:pt x="241299" y="643891"/>
                    <a:pt x="234950" y="643256"/>
                    <a:pt x="230504" y="643256"/>
                  </a:cubicBezTo>
                  <a:close/>
                  <a:moveTo>
                    <a:pt x="321310" y="614046"/>
                  </a:moveTo>
                  <a:cubicBezTo>
                    <a:pt x="314959" y="614046"/>
                    <a:pt x="309879" y="617221"/>
                    <a:pt x="306704" y="622301"/>
                  </a:cubicBezTo>
                  <a:lnTo>
                    <a:pt x="306704" y="656591"/>
                  </a:lnTo>
                  <a:cubicBezTo>
                    <a:pt x="310515" y="661671"/>
                    <a:pt x="316230" y="664846"/>
                    <a:pt x="323215" y="664846"/>
                  </a:cubicBezTo>
                  <a:cubicBezTo>
                    <a:pt x="335915" y="664846"/>
                    <a:pt x="339090" y="653416"/>
                    <a:pt x="339090" y="640716"/>
                  </a:cubicBezTo>
                  <a:lnTo>
                    <a:pt x="338454" y="640716"/>
                  </a:lnTo>
                  <a:cubicBezTo>
                    <a:pt x="338454" y="627381"/>
                    <a:pt x="335280" y="614046"/>
                    <a:pt x="321310" y="614046"/>
                  </a:cubicBezTo>
                  <a:close/>
                  <a:moveTo>
                    <a:pt x="1179195" y="612776"/>
                  </a:moveTo>
                  <a:cubicBezTo>
                    <a:pt x="1168400" y="612776"/>
                    <a:pt x="1163954" y="622301"/>
                    <a:pt x="1163320" y="629921"/>
                  </a:cubicBezTo>
                  <a:lnTo>
                    <a:pt x="1163954" y="629921"/>
                  </a:lnTo>
                  <a:lnTo>
                    <a:pt x="1195704" y="629921"/>
                  </a:lnTo>
                  <a:cubicBezTo>
                    <a:pt x="1195070" y="619761"/>
                    <a:pt x="1188720" y="612776"/>
                    <a:pt x="1179195" y="612776"/>
                  </a:cubicBezTo>
                  <a:close/>
                  <a:moveTo>
                    <a:pt x="689610" y="612776"/>
                  </a:moveTo>
                  <a:cubicBezTo>
                    <a:pt x="678814" y="612776"/>
                    <a:pt x="674370" y="622301"/>
                    <a:pt x="673735" y="629921"/>
                  </a:cubicBezTo>
                  <a:lnTo>
                    <a:pt x="674370" y="629921"/>
                  </a:lnTo>
                  <a:lnTo>
                    <a:pt x="706120" y="629921"/>
                  </a:lnTo>
                  <a:cubicBezTo>
                    <a:pt x="705485" y="619761"/>
                    <a:pt x="699135" y="612776"/>
                    <a:pt x="689610" y="612776"/>
                  </a:cubicBezTo>
                  <a:close/>
                  <a:moveTo>
                    <a:pt x="410845" y="612776"/>
                  </a:moveTo>
                  <a:cubicBezTo>
                    <a:pt x="400685" y="612776"/>
                    <a:pt x="396239" y="622301"/>
                    <a:pt x="395605" y="629921"/>
                  </a:cubicBezTo>
                  <a:lnTo>
                    <a:pt x="427355" y="629921"/>
                  </a:lnTo>
                  <a:cubicBezTo>
                    <a:pt x="426084" y="619761"/>
                    <a:pt x="420370" y="612776"/>
                    <a:pt x="410845" y="612776"/>
                  </a:cubicBezTo>
                  <a:close/>
                  <a:moveTo>
                    <a:pt x="991870" y="594361"/>
                  </a:moveTo>
                  <a:lnTo>
                    <a:pt x="1014095" y="594361"/>
                  </a:lnTo>
                  <a:lnTo>
                    <a:pt x="1014095" y="643256"/>
                  </a:lnTo>
                  <a:cubicBezTo>
                    <a:pt x="1014095" y="655321"/>
                    <a:pt x="1016635" y="664846"/>
                    <a:pt x="1029334" y="664846"/>
                  </a:cubicBezTo>
                  <a:cubicBezTo>
                    <a:pt x="1042034" y="664846"/>
                    <a:pt x="1044575" y="655321"/>
                    <a:pt x="1044575" y="644526"/>
                  </a:cubicBezTo>
                  <a:lnTo>
                    <a:pt x="1044575" y="594996"/>
                  </a:lnTo>
                  <a:lnTo>
                    <a:pt x="1066799" y="594996"/>
                  </a:lnTo>
                  <a:lnTo>
                    <a:pt x="1066799" y="684531"/>
                  </a:lnTo>
                  <a:lnTo>
                    <a:pt x="1044575" y="684531"/>
                  </a:lnTo>
                  <a:lnTo>
                    <a:pt x="1044575" y="678181"/>
                  </a:lnTo>
                  <a:cubicBezTo>
                    <a:pt x="1039495" y="683896"/>
                    <a:pt x="1031875" y="686436"/>
                    <a:pt x="1023620" y="686436"/>
                  </a:cubicBezTo>
                  <a:cubicBezTo>
                    <a:pt x="1000125" y="686436"/>
                    <a:pt x="991870" y="669926"/>
                    <a:pt x="991870" y="645161"/>
                  </a:cubicBezTo>
                  <a:close/>
                  <a:moveTo>
                    <a:pt x="836295" y="594361"/>
                  </a:moveTo>
                  <a:lnTo>
                    <a:pt x="858519" y="594361"/>
                  </a:lnTo>
                  <a:lnTo>
                    <a:pt x="858519" y="643256"/>
                  </a:lnTo>
                  <a:cubicBezTo>
                    <a:pt x="858519" y="655321"/>
                    <a:pt x="861060" y="664846"/>
                    <a:pt x="873760" y="664846"/>
                  </a:cubicBezTo>
                  <a:cubicBezTo>
                    <a:pt x="886459" y="664846"/>
                    <a:pt x="889000" y="655321"/>
                    <a:pt x="889000" y="644526"/>
                  </a:cubicBezTo>
                  <a:lnTo>
                    <a:pt x="889000" y="594996"/>
                  </a:lnTo>
                  <a:lnTo>
                    <a:pt x="911224" y="594996"/>
                  </a:lnTo>
                  <a:lnTo>
                    <a:pt x="911224" y="684531"/>
                  </a:lnTo>
                  <a:lnTo>
                    <a:pt x="889000" y="684531"/>
                  </a:lnTo>
                  <a:lnTo>
                    <a:pt x="889000" y="678181"/>
                  </a:lnTo>
                  <a:cubicBezTo>
                    <a:pt x="883920" y="683896"/>
                    <a:pt x="876299" y="686436"/>
                    <a:pt x="868045" y="686436"/>
                  </a:cubicBezTo>
                  <a:cubicBezTo>
                    <a:pt x="844549" y="686436"/>
                    <a:pt x="836295" y="669926"/>
                    <a:pt x="836295" y="645161"/>
                  </a:cubicBezTo>
                  <a:close/>
                  <a:moveTo>
                    <a:pt x="1181099" y="592456"/>
                  </a:moveTo>
                  <a:cubicBezTo>
                    <a:pt x="1204595" y="592456"/>
                    <a:pt x="1219200" y="613411"/>
                    <a:pt x="1219200" y="639446"/>
                  </a:cubicBezTo>
                  <a:lnTo>
                    <a:pt x="1218564" y="639446"/>
                  </a:lnTo>
                  <a:cubicBezTo>
                    <a:pt x="1218564" y="639446"/>
                    <a:pt x="1218564" y="645796"/>
                    <a:pt x="1218564" y="647066"/>
                  </a:cubicBezTo>
                  <a:lnTo>
                    <a:pt x="1163954" y="647066"/>
                  </a:lnTo>
                  <a:cubicBezTo>
                    <a:pt x="1165224" y="659766"/>
                    <a:pt x="1173480" y="664846"/>
                    <a:pt x="1183004" y="664846"/>
                  </a:cubicBezTo>
                  <a:cubicBezTo>
                    <a:pt x="1188720" y="664846"/>
                    <a:pt x="1193799" y="662941"/>
                    <a:pt x="1198879" y="658496"/>
                  </a:cubicBezTo>
                  <a:lnTo>
                    <a:pt x="1214754" y="671831"/>
                  </a:lnTo>
                  <a:cubicBezTo>
                    <a:pt x="1206500" y="682626"/>
                    <a:pt x="1193799" y="686436"/>
                    <a:pt x="1182370" y="686436"/>
                  </a:cubicBezTo>
                  <a:cubicBezTo>
                    <a:pt x="1156335" y="686436"/>
                    <a:pt x="1141095" y="666116"/>
                    <a:pt x="1141095" y="639446"/>
                  </a:cubicBezTo>
                  <a:cubicBezTo>
                    <a:pt x="1141095" y="610871"/>
                    <a:pt x="1158875" y="592456"/>
                    <a:pt x="1181099" y="592456"/>
                  </a:cubicBezTo>
                  <a:close/>
                  <a:moveTo>
                    <a:pt x="691515" y="592456"/>
                  </a:moveTo>
                  <a:cubicBezTo>
                    <a:pt x="715010" y="592456"/>
                    <a:pt x="729614" y="613411"/>
                    <a:pt x="729614" y="639446"/>
                  </a:cubicBezTo>
                  <a:lnTo>
                    <a:pt x="728980" y="639446"/>
                  </a:lnTo>
                  <a:cubicBezTo>
                    <a:pt x="728980" y="639446"/>
                    <a:pt x="728980" y="645796"/>
                    <a:pt x="728980" y="647066"/>
                  </a:cubicBezTo>
                  <a:lnTo>
                    <a:pt x="674370" y="647066"/>
                  </a:lnTo>
                  <a:cubicBezTo>
                    <a:pt x="675640" y="659766"/>
                    <a:pt x="683894" y="664846"/>
                    <a:pt x="693420" y="664846"/>
                  </a:cubicBezTo>
                  <a:cubicBezTo>
                    <a:pt x="699135" y="664846"/>
                    <a:pt x="704215" y="662941"/>
                    <a:pt x="709295" y="658496"/>
                  </a:cubicBezTo>
                  <a:lnTo>
                    <a:pt x="725170" y="671831"/>
                  </a:lnTo>
                  <a:cubicBezTo>
                    <a:pt x="716915" y="682626"/>
                    <a:pt x="704215" y="686436"/>
                    <a:pt x="692784" y="686436"/>
                  </a:cubicBezTo>
                  <a:cubicBezTo>
                    <a:pt x="666750" y="686436"/>
                    <a:pt x="651510" y="666116"/>
                    <a:pt x="651510" y="639446"/>
                  </a:cubicBezTo>
                  <a:cubicBezTo>
                    <a:pt x="651510" y="610871"/>
                    <a:pt x="669290" y="592456"/>
                    <a:pt x="691515" y="592456"/>
                  </a:cubicBezTo>
                  <a:close/>
                  <a:moveTo>
                    <a:pt x="412114" y="592456"/>
                  </a:moveTo>
                  <a:cubicBezTo>
                    <a:pt x="437515" y="592456"/>
                    <a:pt x="448310" y="615316"/>
                    <a:pt x="448310" y="639446"/>
                  </a:cubicBezTo>
                  <a:cubicBezTo>
                    <a:pt x="448310" y="639446"/>
                    <a:pt x="448310" y="645796"/>
                    <a:pt x="448310" y="647066"/>
                  </a:cubicBezTo>
                  <a:lnTo>
                    <a:pt x="395605" y="647066"/>
                  </a:lnTo>
                  <a:cubicBezTo>
                    <a:pt x="396875" y="659766"/>
                    <a:pt x="405129" y="664846"/>
                    <a:pt x="415290" y="664846"/>
                  </a:cubicBezTo>
                  <a:cubicBezTo>
                    <a:pt x="421004" y="664846"/>
                    <a:pt x="426084" y="662941"/>
                    <a:pt x="430530" y="658496"/>
                  </a:cubicBezTo>
                  <a:lnTo>
                    <a:pt x="446405" y="671831"/>
                  </a:lnTo>
                  <a:cubicBezTo>
                    <a:pt x="438784" y="681991"/>
                    <a:pt x="425450" y="686436"/>
                    <a:pt x="413385" y="686436"/>
                  </a:cubicBezTo>
                  <a:cubicBezTo>
                    <a:pt x="387349" y="686436"/>
                    <a:pt x="372110" y="666116"/>
                    <a:pt x="372110" y="640081"/>
                  </a:cubicBezTo>
                  <a:cubicBezTo>
                    <a:pt x="372110" y="614046"/>
                    <a:pt x="388620" y="592456"/>
                    <a:pt x="412114" y="592456"/>
                  </a:cubicBezTo>
                  <a:close/>
                  <a:moveTo>
                    <a:pt x="326390" y="592456"/>
                  </a:moveTo>
                  <a:cubicBezTo>
                    <a:pt x="350519" y="592456"/>
                    <a:pt x="361314" y="615316"/>
                    <a:pt x="361314" y="639446"/>
                  </a:cubicBezTo>
                  <a:cubicBezTo>
                    <a:pt x="361314" y="662306"/>
                    <a:pt x="351790" y="686436"/>
                    <a:pt x="326390" y="686436"/>
                  </a:cubicBezTo>
                  <a:cubicBezTo>
                    <a:pt x="316230" y="686436"/>
                    <a:pt x="310515" y="682626"/>
                    <a:pt x="306070" y="678816"/>
                  </a:cubicBezTo>
                  <a:lnTo>
                    <a:pt x="306070" y="706121"/>
                  </a:lnTo>
                  <a:lnTo>
                    <a:pt x="283845" y="717551"/>
                  </a:lnTo>
                  <a:lnTo>
                    <a:pt x="283845" y="594361"/>
                  </a:lnTo>
                  <a:lnTo>
                    <a:pt x="306070" y="594361"/>
                  </a:lnTo>
                  <a:lnTo>
                    <a:pt x="306070" y="600711"/>
                  </a:lnTo>
                  <a:cubicBezTo>
                    <a:pt x="311784" y="595631"/>
                    <a:pt x="318135" y="592456"/>
                    <a:pt x="326390" y="592456"/>
                  </a:cubicBezTo>
                  <a:close/>
                  <a:moveTo>
                    <a:pt x="231775" y="592456"/>
                  </a:moveTo>
                  <a:cubicBezTo>
                    <a:pt x="254635" y="592456"/>
                    <a:pt x="268605" y="603251"/>
                    <a:pt x="268605" y="624206"/>
                  </a:cubicBezTo>
                  <a:lnTo>
                    <a:pt x="268605" y="684531"/>
                  </a:lnTo>
                  <a:lnTo>
                    <a:pt x="267970" y="684531"/>
                  </a:lnTo>
                  <a:lnTo>
                    <a:pt x="245745" y="684531"/>
                  </a:lnTo>
                  <a:lnTo>
                    <a:pt x="245745" y="678181"/>
                  </a:lnTo>
                  <a:cubicBezTo>
                    <a:pt x="240665" y="683261"/>
                    <a:pt x="233680" y="686436"/>
                    <a:pt x="224790" y="686436"/>
                  </a:cubicBezTo>
                  <a:cubicBezTo>
                    <a:pt x="207010" y="686436"/>
                    <a:pt x="193040" y="675006"/>
                    <a:pt x="193040" y="655321"/>
                  </a:cubicBezTo>
                  <a:cubicBezTo>
                    <a:pt x="193040" y="635636"/>
                    <a:pt x="206375" y="624841"/>
                    <a:pt x="227965" y="624841"/>
                  </a:cubicBezTo>
                  <a:cubicBezTo>
                    <a:pt x="233680" y="624841"/>
                    <a:pt x="239394" y="625476"/>
                    <a:pt x="245745" y="628651"/>
                  </a:cubicBezTo>
                  <a:lnTo>
                    <a:pt x="245745" y="623571"/>
                  </a:lnTo>
                  <a:cubicBezTo>
                    <a:pt x="245745" y="615316"/>
                    <a:pt x="240030" y="611506"/>
                    <a:pt x="230504" y="611506"/>
                  </a:cubicBezTo>
                  <a:cubicBezTo>
                    <a:pt x="223519" y="611506"/>
                    <a:pt x="216534" y="613411"/>
                    <a:pt x="209549" y="617221"/>
                  </a:cubicBezTo>
                  <a:lnTo>
                    <a:pt x="200659" y="601346"/>
                  </a:lnTo>
                  <a:cubicBezTo>
                    <a:pt x="210185" y="594996"/>
                    <a:pt x="219709" y="592456"/>
                    <a:pt x="231775" y="592456"/>
                  </a:cubicBezTo>
                  <a:close/>
                  <a:moveTo>
                    <a:pt x="1125855" y="591821"/>
                  </a:moveTo>
                  <a:cubicBezTo>
                    <a:pt x="1132204" y="591821"/>
                    <a:pt x="1137920" y="593726"/>
                    <a:pt x="1142364" y="598171"/>
                  </a:cubicBezTo>
                  <a:lnTo>
                    <a:pt x="1141730" y="598806"/>
                  </a:lnTo>
                  <a:lnTo>
                    <a:pt x="1132840" y="621031"/>
                  </a:lnTo>
                  <a:cubicBezTo>
                    <a:pt x="1129665" y="617856"/>
                    <a:pt x="1125220" y="615316"/>
                    <a:pt x="1120140" y="615316"/>
                  </a:cubicBezTo>
                  <a:cubicBezTo>
                    <a:pt x="1109345" y="615316"/>
                    <a:pt x="1106805" y="624206"/>
                    <a:pt x="1106805" y="635001"/>
                  </a:cubicBezTo>
                  <a:lnTo>
                    <a:pt x="1106805" y="683896"/>
                  </a:lnTo>
                  <a:lnTo>
                    <a:pt x="1084579" y="683896"/>
                  </a:lnTo>
                  <a:lnTo>
                    <a:pt x="1084579" y="593726"/>
                  </a:lnTo>
                  <a:lnTo>
                    <a:pt x="1106805" y="593726"/>
                  </a:lnTo>
                  <a:lnTo>
                    <a:pt x="1106805" y="600076"/>
                  </a:lnTo>
                  <a:cubicBezTo>
                    <a:pt x="1111885" y="594996"/>
                    <a:pt x="1118235" y="591821"/>
                    <a:pt x="1125855" y="591821"/>
                  </a:cubicBezTo>
                  <a:close/>
                  <a:moveTo>
                    <a:pt x="47625" y="563881"/>
                  </a:moveTo>
                  <a:cubicBezTo>
                    <a:pt x="66040" y="563881"/>
                    <a:pt x="79375" y="571501"/>
                    <a:pt x="90170" y="582296"/>
                  </a:cubicBezTo>
                  <a:lnTo>
                    <a:pt x="73659" y="598806"/>
                  </a:lnTo>
                  <a:cubicBezTo>
                    <a:pt x="66040" y="591186"/>
                    <a:pt x="58420" y="586741"/>
                    <a:pt x="46355" y="586741"/>
                  </a:cubicBezTo>
                  <a:cubicBezTo>
                    <a:pt x="36194" y="586741"/>
                    <a:pt x="28575" y="589916"/>
                    <a:pt x="28575" y="598171"/>
                  </a:cubicBezTo>
                  <a:cubicBezTo>
                    <a:pt x="28575" y="601981"/>
                    <a:pt x="29845" y="604521"/>
                    <a:pt x="33655" y="606426"/>
                  </a:cubicBezTo>
                  <a:cubicBezTo>
                    <a:pt x="38099" y="608966"/>
                    <a:pt x="43814" y="610236"/>
                    <a:pt x="52704" y="612776"/>
                  </a:cubicBezTo>
                  <a:cubicBezTo>
                    <a:pt x="63500" y="615951"/>
                    <a:pt x="73659" y="617856"/>
                    <a:pt x="81915" y="624841"/>
                  </a:cubicBezTo>
                  <a:lnTo>
                    <a:pt x="92427" y="648959"/>
                  </a:lnTo>
                  <a:lnTo>
                    <a:pt x="79454" y="677626"/>
                  </a:lnTo>
                  <a:cubicBezTo>
                    <a:pt x="71279" y="683738"/>
                    <a:pt x="60008" y="686436"/>
                    <a:pt x="47625" y="686436"/>
                  </a:cubicBezTo>
                  <a:cubicBezTo>
                    <a:pt x="29845" y="686436"/>
                    <a:pt x="10795" y="680721"/>
                    <a:pt x="0" y="664846"/>
                  </a:cubicBezTo>
                  <a:lnTo>
                    <a:pt x="16510" y="650241"/>
                  </a:lnTo>
                  <a:cubicBezTo>
                    <a:pt x="24129" y="659766"/>
                    <a:pt x="35560" y="664211"/>
                    <a:pt x="46989" y="664211"/>
                  </a:cubicBezTo>
                  <a:cubicBezTo>
                    <a:pt x="60325" y="664211"/>
                    <a:pt x="68579" y="657861"/>
                    <a:pt x="68579" y="649606"/>
                  </a:cubicBezTo>
                  <a:cubicBezTo>
                    <a:pt x="68579" y="646431"/>
                    <a:pt x="67310" y="642621"/>
                    <a:pt x="61595" y="640081"/>
                  </a:cubicBezTo>
                  <a:cubicBezTo>
                    <a:pt x="57150" y="638176"/>
                    <a:pt x="52069" y="636906"/>
                    <a:pt x="41909" y="634366"/>
                  </a:cubicBezTo>
                  <a:cubicBezTo>
                    <a:pt x="35560" y="633096"/>
                    <a:pt x="22860" y="629921"/>
                    <a:pt x="14605" y="623571"/>
                  </a:cubicBezTo>
                  <a:cubicBezTo>
                    <a:pt x="6349" y="617221"/>
                    <a:pt x="4444" y="607696"/>
                    <a:pt x="4444" y="599441"/>
                  </a:cubicBezTo>
                  <a:cubicBezTo>
                    <a:pt x="4444" y="574041"/>
                    <a:pt x="26034" y="563881"/>
                    <a:pt x="47625" y="563881"/>
                  </a:cubicBezTo>
                  <a:close/>
                  <a:moveTo>
                    <a:pt x="814070" y="560071"/>
                  </a:moveTo>
                  <a:cubicBezTo>
                    <a:pt x="820420" y="560071"/>
                    <a:pt x="824864" y="561341"/>
                    <a:pt x="830579" y="562611"/>
                  </a:cubicBezTo>
                  <a:lnTo>
                    <a:pt x="829945" y="562611"/>
                  </a:lnTo>
                  <a:lnTo>
                    <a:pt x="829945" y="581026"/>
                  </a:lnTo>
                  <a:cubicBezTo>
                    <a:pt x="824864" y="579756"/>
                    <a:pt x="821055" y="579121"/>
                    <a:pt x="818515" y="579121"/>
                  </a:cubicBezTo>
                  <a:cubicBezTo>
                    <a:pt x="810260" y="579121"/>
                    <a:pt x="808989" y="582296"/>
                    <a:pt x="808989" y="586741"/>
                  </a:cubicBezTo>
                  <a:lnTo>
                    <a:pt x="808989" y="594361"/>
                  </a:lnTo>
                  <a:lnTo>
                    <a:pt x="824230" y="594361"/>
                  </a:lnTo>
                  <a:lnTo>
                    <a:pt x="824230" y="615951"/>
                  </a:lnTo>
                  <a:lnTo>
                    <a:pt x="808989" y="615951"/>
                  </a:lnTo>
                  <a:lnTo>
                    <a:pt x="808989" y="684531"/>
                  </a:lnTo>
                  <a:lnTo>
                    <a:pt x="786765" y="684531"/>
                  </a:lnTo>
                  <a:lnTo>
                    <a:pt x="786765" y="615951"/>
                  </a:lnTo>
                  <a:lnTo>
                    <a:pt x="775970" y="615951"/>
                  </a:lnTo>
                  <a:lnTo>
                    <a:pt x="775970" y="594361"/>
                  </a:lnTo>
                  <a:lnTo>
                    <a:pt x="786765" y="594361"/>
                  </a:lnTo>
                  <a:lnTo>
                    <a:pt x="786765" y="583566"/>
                  </a:lnTo>
                  <a:cubicBezTo>
                    <a:pt x="786765" y="567691"/>
                    <a:pt x="795019" y="560071"/>
                    <a:pt x="814070" y="560071"/>
                  </a:cubicBezTo>
                  <a:close/>
                  <a:moveTo>
                    <a:pt x="957579" y="559436"/>
                  </a:moveTo>
                  <a:lnTo>
                    <a:pt x="957579" y="594361"/>
                  </a:lnTo>
                  <a:lnTo>
                    <a:pt x="979170" y="594361"/>
                  </a:lnTo>
                  <a:lnTo>
                    <a:pt x="979170" y="615951"/>
                  </a:lnTo>
                  <a:lnTo>
                    <a:pt x="957579" y="615951"/>
                  </a:lnTo>
                  <a:lnTo>
                    <a:pt x="957579" y="654051"/>
                  </a:lnTo>
                  <a:cubicBezTo>
                    <a:pt x="957579" y="661671"/>
                    <a:pt x="960754" y="664846"/>
                    <a:pt x="966470" y="664846"/>
                  </a:cubicBezTo>
                  <a:cubicBezTo>
                    <a:pt x="972185" y="664846"/>
                    <a:pt x="977900" y="661671"/>
                    <a:pt x="981075" y="658496"/>
                  </a:cubicBezTo>
                  <a:lnTo>
                    <a:pt x="977900" y="681356"/>
                  </a:lnTo>
                  <a:cubicBezTo>
                    <a:pt x="973454" y="685166"/>
                    <a:pt x="965200" y="686436"/>
                    <a:pt x="959485" y="686436"/>
                  </a:cubicBezTo>
                  <a:cubicBezTo>
                    <a:pt x="945515" y="686436"/>
                    <a:pt x="935355" y="676276"/>
                    <a:pt x="935355" y="659766"/>
                  </a:cubicBezTo>
                  <a:lnTo>
                    <a:pt x="935355" y="615951"/>
                  </a:lnTo>
                  <a:lnTo>
                    <a:pt x="922655" y="615951"/>
                  </a:lnTo>
                  <a:lnTo>
                    <a:pt x="922655" y="594361"/>
                  </a:lnTo>
                  <a:lnTo>
                    <a:pt x="935355" y="594361"/>
                  </a:lnTo>
                  <a:lnTo>
                    <a:pt x="935355" y="570866"/>
                  </a:lnTo>
                  <a:close/>
                  <a:moveTo>
                    <a:pt x="586739" y="559436"/>
                  </a:moveTo>
                  <a:lnTo>
                    <a:pt x="586739" y="600711"/>
                  </a:lnTo>
                  <a:cubicBezTo>
                    <a:pt x="591820" y="595631"/>
                    <a:pt x="597534" y="592456"/>
                    <a:pt x="607695" y="592456"/>
                  </a:cubicBezTo>
                  <a:cubicBezTo>
                    <a:pt x="631825" y="592456"/>
                    <a:pt x="639445" y="610871"/>
                    <a:pt x="639445" y="633731"/>
                  </a:cubicBezTo>
                  <a:lnTo>
                    <a:pt x="639445" y="684531"/>
                  </a:lnTo>
                  <a:lnTo>
                    <a:pt x="617220" y="684531"/>
                  </a:lnTo>
                  <a:lnTo>
                    <a:pt x="617220" y="635636"/>
                  </a:lnTo>
                  <a:cubicBezTo>
                    <a:pt x="617220" y="623571"/>
                    <a:pt x="614680" y="614681"/>
                    <a:pt x="601980" y="614681"/>
                  </a:cubicBezTo>
                  <a:cubicBezTo>
                    <a:pt x="589280" y="614681"/>
                    <a:pt x="586739" y="622936"/>
                    <a:pt x="586739" y="635001"/>
                  </a:cubicBezTo>
                  <a:lnTo>
                    <a:pt x="586739" y="684531"/>
                  </a:lnTo>
                  <a:lnTo>
                    <a:pt x="564515" y="684531"/>
                  </a:lnTo>
                  <a:lnTo>
                    <a:pt x="564515" y="570866"/>
                  </a:lnTo>
                  <a:close/>
                  <a:moveTo>
                    <a:pt x="529590" y="559436"/>
                  </a:moveTo>
                  <a:lnTo>
                    <a:pt x="529590" y="594361"/>
                  </a:lnTo>
                  <a:lnTo>
                    <a:pt x="550545" y="594361"/>
                  </a:lnTo>
                  <a:lnTo>
                    <a:pt x="550545" y="615951"/>
                  </a:lnTo>
                  <a:lnTo>
                    <a:pt x="529590" y="615951"/>
                  </a:lnTo>
                  <a:lnTo>
                    <a:pt x="529590" y="654051"/>
                  </a:lnTo>
                  <a:cubicBezTo>
                    <a:pt x="529590" y="661671"/>
                    <a:pt x="532765" y="664846"/>
                    <a:pt x="538480" y="664846"/>
                  </a:cubicBezTo>
                  <a:cubicBezTo>
                    <a:pt x="544195" y="664846"/>
                    <a:pt x="549275" y="661671"/>
                    <a:pt x="553084" y="658496"/>
                  </a:cubicBezTo>
                  <a:lnTo>
                    <a:pt x="549909" y="681356"/>
                  </a:lnTo>
                  <a:cubicBezTo>
                    <a:pt x="545465" y="685166"/>
                    <a:pt x="537209" y="686436"/>
                    <a:pt x="531495" y="686436"/>
                  </a:cubicBezTo>
                  <a:cubicBezTo>
                    <a:pt x="517525" y="686436"/>
                    <a:pt x="507364" y="676276"/>
                    <a:pt x="507364" y="659766"/>
                  </a:cubicBezTo>
                  <a:lnTo>
                    <a:pt x="507364" y="615951"/>
                  </a:lnTo>
                  <a:lnTo>
                    <a:pt x="491489" y="615951"/>
                  </a:lnTo>
                  <a:lnTo>
                    <a:pt x="491489" y="594361"/>
                  </a:lnTo>
                  <a:lnTo>
                    <a:pt x="507364" y="594361"/>
                  </a:lnTo>
                  <a:lnTo>
                    <a:pt x="507364" y="570866"/>
                  </a:lnTo>
                  <a:close/>
                  <a:moveTo>
                    <a:pt x="128269" y="559436"/>
                  </a:moveTo>
                  <a:lnTo>
                    <a:pt x="128269" y="600711"/>
                  </a:lnTo>
                  <a:cubicBezTo>
                    <a:pt x="133349" y="595631"/>
                    <a:pt x="139064" y="592456"/>
                    <a:pt x="149224" y="592456"/>
                  </a:cubicBezTo>
                  <a:cubicBezTo>
                    <a:pt x="173355" y="592456"/>
                    <a:pt x="180974" y="610871"/>
                    <a:pt x="180974" y="633731"/>
                  </a:cubicBezTo>
                  <a:lnTo>
                    <a:pt x="180974" y="684531"/>
                  </a:lnTo>
                  <a:lnTo>
                    <a:pt x="158750" y="684531"/>
                  </a:lnTo>
                  <a:lnTo>
                    <a:pt x="158750" y="635636"/>
                  </a:lnTo>
                  <a:cubicBezTo>
                    <a:pt x="158750" y="623571"/>
                    <a:pt x="156209" y="614681"/>
                    <a:pt x="143510" y="614681"/>
                  </a:cubicBezTo>
                  <a:cubicBezTo>
                    <a:pt x="130810" y="614681"/>
                    <a:pt x="128269" y="622936"/>
                    <a:pt x="128269" y="635001"/>
                  </a:cubicBezTo>
                  <a:lnTo>
                    <a:pt x="128269" y="684531"/>
                  </a:lnTo>
                  <a:lnTo>
                    <a:pt x="106045" y="684531"/>
                  </a:lnTo>
                  <a:lnTo>
                    <a:pt x="106045" y="570866"/>
                  </a:lnTo>
                  <a:close/>
                  <a:moveTo>
                    <a:pt x="269875" y="635"/>
                  </a:moveTo>
                  <a:lnTo>
                    <a:pt x="501015" y="635"/>
                  </a:lnTo>
                  <a:lnTo>
                    <a:pt x="554989" y="94615"/>
                  </a:lnTo>
                  <a:lnTo>
                    <a:pt x="391795" y="94615"/>
                  </a:lnTo>
                  <a:lnTo>
                    <a:pt x="391795" y="161925"/>
                  </a:lnTo>
                  <a:lnTo>
                    <a:pt x="539114" y="161925"/>
                  </a:lnTo>
                  <a:lnTo>
                    <a:pt x="539114" y="247650"/>
                  </a:lnTo>
                  <a:lnTo>
                    <a:pt x="391795" y="247650"/>
                  </a:lnTo>
                  <a:lnTo>
                    <a:pt x="391795" y="314325"/>
                  </a:lnTo>
                  <a:lnTo>
                    <a:pt x="595629" y="314325"/>
                  </a:lnTo>
                  <a:lnTo>
                    <a:pt x="595629" y="408305"/>
                  </a:lnTo>
                  <a:lnTo>
                    <a:pt x="269875" y="408305"/>
                  </a:lnTo>
                  <a:close/>
                  <a:moveTo>
                    <a:pt x="539114" y="0"/>
                  </a:moveTo>
                  <a:lnTo>
                    <a:pt x="674370" y="0"/>
                  </a:lnTo>
                  <a:lnTo>
                    <a:pt x="743584" y="132715"/>
                  </a:lnTo>
                  <a:lnTo>
                    <a:pt x="812799" y="0"/>
                  </a:lnTo>
                  <a:lnTo>
                    <a:pt x="946150" y="0"/>
                  </a:lnTo>
                  <a:lnTo>
                    <a:pt x="803275" y="246380"/>
                  </a:lnTo>
                  <a:lnTo>
                    <a:pt x="803275" y="407670"/>
                  </a:lnTo>
                  <a:lnTo>
                    <a:pt x="681355" y="407670"/>
                  </a:lnTo>
                  <a:lnTo>
                    <a:pt x="681355" y="24638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67322" y="3327364"/>
            <a:ext cx="3680721" cy="383954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322" y="2024064"/>
            <a:ext cx="3679507" cy="1240532"/>
          </a:xfrm>
        </p:spPr>
        <p:txBody>
          <a:bodyPr anchor="t">
            <a:noAutofit/>
          </a:bodyPr>
          <a:lstStyle>
            <a:lvl1pPr>
              <a:defRPr sz="3150" b="1" i="0">
                <a:solidFill>
                  <a:schemeClr val="bg1"/>
                </a:solidFill>
                <a:latin typeface="EYInterstate Regular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67321" y="3785614"/>
            <a:ext cx="3679508" cy="184666"/>
          </a:xfrm>
        </p:spPr>
        <p:txBody>
          <a:bodyPr wrap="square">
            <a:spAutoFit/>
          </a:bodyPr>
          <a:lstStyle>
            <a:lvl1pPr marL="0" indent="0">
              <a:buNone/>
              <a:defRPr sz="1200" b="1">
                <a:latin typeface="+mj-lt"/>
              </a:defRPr>
            </a:lvl1pPr>
            <a:lvl2pPr marL="189000" indent="0">
              <a:buNone/>
              <a:defRPr sz="1200" b="1">
                <a:latin typeface="+mj-lt"/>
              </a:defRPr>
            </a:lvl2pPr>
            <a:lvl3pPr marL="378000" indent="0">
              <a:buNone/>
              <a:defRPr sz="1200" b="1">
                <a:latin typeface="+mj-lt"/>
              </a:defRPr>
            </a:lvl3pPr>
            <a:lvl4pPr marL="567000" indent="0">
              <a:buNone/>
              <a:defRPr sz="1200" b="1">
                <a:latin typeface="+mj-lt"/>
              </a:defRPr>
            </a:lvl4pPr>
            <a:lvl5pPr marL="756000" indent="0">
              <a:buNone/>
              <a:defRPr sz="12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364332" y="4623475"/>
            <a:ext cx="3705701" cy="239078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364330" y="968256"/>
            <a:ext cx="4279583" cy="3270409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sz="1350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sz="1350"/>
            </a:p>
          </p:txBody>
        </p:sp>
      </p:grpSp>
    </p:spTree>
    <p:extLst>
      <p:ext uri="{BB962C8B-B14F-4D97-AF65-F5344CB8AC3E}">
        <p14:creationId xmlns:p14="http://schemas.microsoft.com/office/powerpoint/2010/main" val="16041279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2" y="1477804"/>
            <a:ext cx="5545931" cy="2152412"/>
          </a:xfrm>
        </p:spPr>
        <p:txBody>
          <a:bodyPr anchor="t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332" y="278100"/>
            <a:ext cx="5545931" cy="23544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18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87AE7D4-D909-4109-A95D-3FC199CCB2C0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23811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2" y="1477804"/>
            <a:ext cx="5545931" cy="2152412"/>
          </a:xfrm>
        </p:spPr>
        <p:txBody>
          <a:bodyPr anchor="t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332" y="278100"/>
            <a:ext cx="5545931" cy="23544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18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4E59C0B-A301-47D7-A25C-27D2115D1CC3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3994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2" y="1477804"/>
            <a:ext cx="5545931" cy="2152412"/>
          </a:xfrm>
        </p:spPr>
        <p:txBody>
          <a:bodyPr anchor="t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332" y="278100"/>
            <a:ext cx="5545931" cy="23544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18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37D316F-1268-4431-A741-5D0F481E1DCF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98003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2" y="1477804"/>
            <a:ext cx="5545931" cy="2152412"/>
          </a:xfrm>
        </p:spPr>
        <p:txBody>
          <a:bodyPr anchor="t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332" y="278100"/>
            <a:ext cx="5545931" cy="23544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18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35555C3-DC00-46EA-9086-667F713D2BC0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47101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2" y="1477804"/>
            <a:ext cx="5545931" cy="2152412"/>
          </a:xfrm>
        </p:spPr>
        <p:txBody>
          <a:bodyPr anchor="t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332" y="278100"/>
            <a:ext cx="5545931" cy="235449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1800" b="1" i="0" kern="1200" dirty="0">
                <a:solidFill>
                  <a:schemeClr val="tx2"/>
                </a:solidFill>
                <a:latin typeface="+mj-lt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C227FF4-7010-4A9A-B837-FB3A97078B9E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55144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332" y="2290212"/>
            <a:ext cx="5545931" cy="2152412"/>
          </a:xfrm>
        </p:spPr>
        <p:txBody>
          <a:bodyPr anchor="t"/>
          <a:lstStyle>
            <a:lvl1pPr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4332" y="278100"/>
            <a:ext cx="5545931" cy="16269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245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75591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5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6564291-F29B-4C72-84F6-A40A5470E5DC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118933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143" y="277416"/>
            <a:ext cx="2486026" cy="353174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4331" y="1058466"/>
            <a:ext cx="3824288" cy="3479006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06A2DFB-6B6C-4D18-9FE2-B8F776637D13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574736" y="1058466"/>
            <a:ext cx="4207669" cy="3479006"/>
          </a:xfrm>
        </p:spPr>
        <p:txBody>
          <a:bodyPr/>
          <a:lstStyle>
            <a:lvl1pPr marL="342900" indent="-342900">
              <a:buFont typeface="+mj-lt"/>
              <a:buAutoNum type="arabicPeriod"/>
              <a:defRPr sz="1350"/>
            </a:lvl1pPr>
            <a:lvl2pPr marL="685800" indent="-342900">
              <a:defRPr sz="1200"/>
            </a:lvl2pPr>
            <a:lvl3pPr marL="685800" indent="-342900">
              <a:defRPr sz="1200"/>
            </a:lvl3pPr>
            <a:lvl4pPr marL="685800" indent="-342900">
              <a:defRPr sz="1050"/>
            </a:lvl4pPr>
            <a:lvl5pPr marL="685800" indent="-342900">
              <a:defRPr sz="105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54889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067391" y="1058466"/>
            <a:ext cx="1404915" cy="1523494"/>
          </a:xfrm>
        </p:spPr>
        <p:txBody>
          <a:bodyPr wrap="square">
            <a:spAutoFit/>
          </a:bodyPr>
          <a:lstStyle>
            <a:lvl1pPr marL="0" indent="0">
              <a:buNone/>
              <a:defRPr sz="99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134066" y="2731889"/>
            <a:ext cx="1339200" cy="180558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837314" y="1058466"/>
            <a:ext cx="1404915" cy="1523494"/>
          </a:xfrm>
        </p:spPr>
        <p:txBody>
          <a:bodyPr wrap="square">
            <a:spAutoFit/>
          </a:bodyPr>
          <a:lstStyle>
            <a:lvl1pPr marL="0" indent="0">
              <a:buNone/>
              <a:defRPr sz="99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3903989" y="2731889"/>
            <a:ext cx="1339200" cy="180558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673913" y="2731889"/>
            <a:ext cx="1339200" cy="180558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377161" y="1058466"/>
            <a:ext cx="1404915" cy="1523494"/>
          </a:xfrm>
        </p:spPr>
        <p:txBody>
          <a:bodyPr wrap="square">
            <a:spAutoFit/>
          </a:bodyPr>
          <a:lstStyle>
            <a:lvl1pPr marL="0" indent="0">
              <a:buNone/>
              <a:defRPr sz="99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443836" y="2731889"/>
            <a:ext cx="1339200" cy="180558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4143" y="277416"/>
            <a:ext cx="8418260" cy="353174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97467" y="1058466"/>
            <a:ext cx="1404915" cy="1523494"/>
          </a:xfrm>
        </p:spPr>
        <p:txBody>
          <a:bodyPr wrap="square">
            <a:spAutoFit/>
          </a:bodyPr>
          <a:lstStyle>
            <a:lvl1pPr marL="0" indent="0">
              <a:buNone/>
              <a:defRPr sz="99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64142" y="2731889"/>
            <a:ext cx="1339200" cy="1805583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07238" y="1058466"/>
            <a:ext cx="1404915" cy="1523494"/>
          </a:xfrm>
        </p:spPr>
        <p:txBody>
          <a:bodyPr wrap="square">
            <a:spAutoFit/>
          </a:bodyPr>
          <a:lstStyle>
            <a:lvl1pPr marL="0" indent="0">
              <a:buNone/>
              <a:defRPr sz="99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1917037" y="1515586"/>
            <a:ext cx="2700" cy="3022997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3686961" y="1515586"/>
            <a:ext cx="2700" cy="3022997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5456885" y="1515586"/>
            <a:ext cx="2700" cy="3022997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7226808" y="1515586"/>
            <a:ext cx="2700" cy="3022997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DA23ABC7-F7D1-458D-8379-E93325B473CE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767432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31" y="1058466"/>
            <a:ext cx="8414147" cy="347900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6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3FD8F32-F279-4432-8A58-F81E65857C65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35650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9144900" cy="51435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4331" y="1058466"/>
            <a:ext cx="8414147" cy="3479006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6000" b="1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6DF6730-D992-44FA-AE6C-4CBAE491A1A2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543352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6289766" cy="51435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9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8719" y="3735568"/>
            <a:ext cx="2583828" cy="145424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05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8721" y="3888643"/>
            <a:ext cx="2583828" cy="115416"/>
          </a:xfrm>
        </p:spPr>
        <p:txBody>
          <a:bodyPr wrap="square">
            <a:spAutoFit/>
          </a:bodyPr>
          <a:lstStyle>
            <a:lvl1pPr marL="0" indent="0">
              <a:buNone/>
              <a:defRPr sz="75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B4BF55FC-51F2-4183-8D9E-66AF05973F62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9663" y="269188"/>
            <a:ext cx="1517919" cy="1064312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4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8720" y="1468585"/>
            <a:ext cx="5643734" cy="2041445"/>
          </a:xfrm>
        </p:spPr>
        <p:txBody>
          <a:bodyPr/>
          <a:lstStyle>
            <a:lvl1pPr marL="0" indent="0">
              <a:buNone/>
              <a:defRPr sz="36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8717925" y="4707733"/>
            <a:ext cx="259619" cy="95148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8719284" y="4842300"/>
            <a:ext cx="218841" cy="131848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561916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46134" y="4827837"/>
            <a:ext cx="956765" cy="92333"/>
          </a:xfrm>
        </p:spPr>
        <p:txBody>
          <a:bodyPr/>
          <a:lstStyle/>
          <a:p>
            <a:fld id="{652BD6B2-147A-4042-9CBA-A712275A0170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02898" y="4827837"/>
            <a:ext cx="2869103" cy="92333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4310" y="4827837"/>
            <a:ext cx="381824" cy="92333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8717925" y="4707733"/>
            <a:ext cx="259619" cy="95148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8719284" y="4842300"/>
            <a:ext cx="218841" cy="131848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6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5036746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0050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20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5.xml"/><Relationship Id="rId21" Type="http://schemas.openxmlformats.org/officeDocument/2006/relationships/slideLayout" Target="../slideLayouts/slideLayout23.xml"/><Relationship Id="rId7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9.xml"/><Relationship Id="rId25" Type="http://schemas.openxmlformats.org/officeDocument/2006/relationships/slideLayout" Target="../slideLayouts/slideLayout27.xml"/><Relationship Id="rId2" Type="http://schemas.openxmlformats.org/officeDocument/2006/relationships/slideLayout" Target="../slideLayouts/slideLayout4.xml"/><Relationship Id="rId16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3.xml"/><Relationship Id="rId2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7.xml"/><Relationship Id="rId15" Type="http://schemas.openxmlformats.org/officeDocument/2006/relationships/slideLayout" Target="../slideLayouts/slideLayout17.xml"/><Relationship Id="rId23" Type="http://schemas.openxmlformats.org/officeDocument/2006/relationships/slideLayout" Target="../slideLayouts/slideLayout25.xml"/><Relationship Id="rId10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1.xml"/><Relationship Id="rId4" Type="http://schemas.openxmlformats.org/officeDocument/2006/relationships/slideLayout" Target="../slideLayouts/slideLayout6.xml"/><Relationship Id="rId9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6.xml"/><Relationship Id="rId22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4143" y="277416"/>
            <a:ext cx="8418260" cy="353174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4143" y="1058466"/>
            <a:ext cx="8418260" cy="347900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8717925" y="4707733"/>
            <a:ext cx="259619" cy="266414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35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64310" y="4827837"/>
            <a:ext cx="381824" cy="923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685800" rtl="0" eaLnBrk="1" latinLnBrk="0" hangingPunct="1">
              <a:defRPr lang="en-IN" sz="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46134" y="4827837"/>
            <a:ext cx="956765" cy="923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685800" rtl="0" eaLnBrk="1" latinLnBrk="0" hangingPunct="1">
              <a:defRPr lang="en-IN" sz="6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1B22532-B74A-42F2-AC78-F979D73BFCAB}" type="datetime1">
              <a:rPr lang="en-US" smtClean="0"/>
              <a:t>9/17/2026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02898" y="4827837"/>
            <a:ext cx="2869103" cy="92333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685800" rtl="0" eaLnBrk="1" latinLnBrk="0" hangingPunct="1">
              <a:defRPr lang="en-IN" sz="6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700715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67" r:id="rId17"/>
    <p:sldLayoutId id="2147483668" r:id="rId18"/>
    <p:sldLayoutId id="2147483669" r:id="rId19"/>
    <p:sldLayoutId id="2147483670" r:id="rId20"/>
    <p:sldLayoutId id="2147483671" r:id="rId21"/>
    <p:sldLayoutId id="2147483672" r:id="rId22"/>
    <p:sldLayoutId id="2147483673" r:id="rId23"/>
    <p:sldLayoutId id="2147483674" r:id="rId24"/>
    <p:sldLayoutId id="2147483675" r:id="rId25"/>
  </p:sldLayoutIdLst>
  <p:hf hdr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2700" b="1" i="0" kern="1200">
          <a:solidFill>
            <a:schemeClr val="tx2"/>
          </a:solidFill>
          <a:latin typeface="+mj-lt"/>
          <a:ea typeface="+mj-ea"/>
          <a:cs typeface="Arial" pitchFamily="34" charset="0"/>
        </a:defRPr>
      </a:lvl1pPr>
    </p:titleStyle>
    <p:bodyStyle>
      <a:lvl1pPr marL="189000" indent="-189000" algn="l" defTabSz="685800" rtl="0" eaLnBrk="1" latinLnBrk="0" hangingPunct="1">
        <a:spcBef>
          <a:spcPts val="300"/>
        </a:spcBef>
        <a:spcAft>
          <a:spcPts val="300"/>
        </a:spcAft>
        <a:buClr>
          <a:schemeClr val="tx2"/>
        </a:buClr>
        <a:buSzPct val="100000"/>
        <a:buFont typeface="Wingdings" pitchFamily="2" charset="2"/>
        <a:buChar char="§"/>
        <a:defRPr sz="1500" kern="1200">
          <a:solidFill>
            <a:schemeClr val="bg1"/>
          </a:solidFill>
          <a:latin typeface="+mn-lt"/>
          <a:ea typeface="+mn-ea"/>
          <a:cs typeface="+mn-cs"/>
        </a:defRPr>
      </a:lvl1pPr>
      <a:lvl2pPr marL="378000" indent="-189000" algn="l" defTabSz="685800" rtl="0" eaLnBrk="1" latinLnBrk="0" hangingPunct="1">
        <a:spcBef>
          <a:spcPts val="300"/>
        </a:spcBef>
        <a:spcAft>
          <a:spcPts val="300"/>
        </a:spcAft>
        <a:buClr>
          <a:schemeClr val="tx2"/>
        </a:buClr>
        <a:buSzPct val="100000"/>
        <a:buFont typeface="Wingdings" pitchFamily="2" charset="2"/>
        <a:buChar char="§"/>
        <a:defRPr sz="1500" kern="1200">
          <a:solidFill>
            <a:schemeClr val="bg1"/>
          </a:solidFill>
          <a:latin typeface="+mn-lt"/>
          <a:ea typeface="+mn-ea"/>
          <a:cs typeface="+mn-cs"/>
        </a:defRPr>
      </a:lvl2pPr>
      <a:lvl3pPr marL="567000" indent="-189000" algn="l" defTabSz="685800" rtl="0" eaLnBrk="1" latinLnBrk="0" hangingPunct="1">
        <a:spcBef>
          <a:spcPts val="0"/>
        </a:spcBef>
        <a:spcAft>
          <a:spcPts val="450"/>
        </a:spcAft>
        <a:buClr>
          <a:schemeClr val="tx2"/>
        </a:buClr>
        <a:buSzPct val="100000"/>
        <a:buFont typeface="Wingdings" pitchFamily="2" charset="2"/>
        <a:buChar char="§"/>
        <a:defRPr sz="1350" kern="1200">
          <a:solidFill>
            <a:schemeClr val="bg1"/>
          </a:solidFill>
          <a:latin typeface="+mn-lt"/>
          <a:ea typeface="+mn-ea"/>
          <a:cs typeface="+mn-cs"/>
        </a:defRPr>
      </a:lvl3pPr>
      <a:lvl4pPr marL="756000" indent="-189000" algn="l" defTabSz="6858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945000" indent="-189000" algn="l" defTabSz="6858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134000" indent="-189000" algn="l" defTabSz="6858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Wingdings" pitchFamily="2" charset="2"/>
        <a:buChar char="§"/>
        <a:tabLst/>
        <a:defRPr sz="1050" kern="1200">
          <a:solidFill>
            <a:schemeClr val="bg1"/>
          </a:solidFill>
          <a:latin typeface="+mn-lt"/>
          <a:ea typeface="+mn-ea"/>
          <a:cs typeface="+mn-cs"/>
        </a:defRPr>
      </a:lvl6pPr>
      <a:lvl7pPr marL="1323000" indent="-189000" algn="l" defTabSz="6858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Wingdings" pitchFamily="2" charset="2"/>
        <a:buChar char="§"/>
        <a:tabLst/>
        <a:defRPr sz="1050" kern="1200">
          <a:solidFill>
            <a:schemeClr val="bg1"/>
          </a:solidFill>
          <a:latin typeface="+mn-lt"/>
          <a:ea typeface="+mn-ea"/>
          <a:cs typeface="+mn-cs"/>
        </a:defRPr>
      </a:lvl7pPr>
      <a:lvl8pPr marL="1512000" indent="-189000" algn="l" defTabSz="6858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Wingdings" pitchFamily="2" charset="2"/>
        <a:buChar char="§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8pPr>
      <a:lvl9pPr marL="1701000" indent="-189000" algn="l" defTabSz="685800" rtl="0" eaLnBrk="1" latinLnBrk="0" hangingPunct="1">
        <a:spcBef>
          <a:spcPts val="0"/>
        </a:spcBef>
        <a:spcAft>
          <a:spcPts val="300"/>
        </a:spcAft>
        <a:buClr>
          <a:schemeClr val="tx2"/>
        </a:buClr>
        <a:buFont typeface="Wingdings" pitchFamily="2" charset="2"/>
        <a:buChar char="§"/>
        <a:tabLst/>
        <a:defRPr sz="9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file:///C:\Users\UW469AP\Downloads\Miniproject%20-%20Excel.xlsm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881959-73E3-F474-EBD8-EA5C5D1B86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3EDDCCF9-8B2B-D78E-3EAB-16546509A9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322" y="3327364"/>
            <a:ext cx="3904678" cy="383954"/>
          </a:xfrm>
        </p:spPr>
        <p:txBody>
          <a:bodyPr/>
          <a:lstStyle/>
          <a:p>
            <a:pPr>
              <a:lnSpc>
                <a:spcPts val="2000"/>
              </a:lnSpc>
            </a:pPr>
            <a:r>
              <a:rPr lang="en-US" dirty="0" err="1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Qué</a:t>
            </a:r>
            <a:r>
              <a:rPr lang="en-US" dirty="0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lleva</a:t>
            </a:r>
            <a:r>
              <a:rPr lang="en-US" dirty="0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 a un </a:t>
            </a:r>
            <a:r>
              <a:rPr lang="en-US" dirty="0" err="1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cliente</a:t>
            </a:r>
            <a:r>
              <a:rPr lang="en-US" dirty="0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dirty="0" err="1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abandonar</a:t>
            </a:r>
            <a:r>
              <a:rPr lang="en-US" dirty="0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su</a:t>
            </a:r>
            <a:r>
              <a:rPr lang="en-US" dirty="0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dirty="0" err="1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suscripción</a:t>
            </a:r>
            <a:r>
              <a:rPr lang="en-US" dirty="0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 a </a:t>
            </a:r>
            <a:r>
              <a:rPr lang="en-US" dirty="0" err="1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una</a:t>
            </a:r>
            <a:r>
              <a:rPr lang="en-US" dirty="0">
                <a:solidFill>
                  <a:srgbClr val="C9D3DE"/>
                </a:solidFill>
                <a:latin typeface="Calibri"/>
                <a:ea typeface="Calibri"/>
                <a:cs typeface="Calibri"/>
              </a:rPr>
              <a:t> app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59517F-F605-BB89-5238-4B1E493B7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Georgia" panose="02040502050405020303" pitchFamily="18" charset="0"/>
              </a:rPr>
              <a:t>Análisis</a:t>
            </a:r>
            <a:r>
              <a:rPr lang="en-US" dirty="0">
                <a:latin typeface="Georgia" panose="02040502050405020303" pitchFamily="18" charset="0"/>
              </a:rPr>
              <a:t> del </a:t>
            </a:r>
            <a:br>
              <a:rPr lang="en-US" dirty="0">
                <a:latin typeface="Georgia" panose="02040502050405020303" pitchFamily="18" charset="0"/>
              </a:rPr>
            </a:br>
            <a:r>
              <a:rPr lang="en-US" dirty="0">
                <a:latin typeface="Georgia" panose="02040502050405020303" pitchFamily="18" charset="0"/>
              </a:rPr>
              <a:t>Churn Rate</a:t>
            </a:r>
            <a:endParaRPr lang="es-ES" dirty="0">
              <a:latin typeface="Georgia" panose="02040502050405020303" pitchFamily="18" charset="0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30E25-F3C7-0F2D-F557-A2E39A9A2C0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latin typeface="Georgia" panose="02040502050405020303" pitchFamily="18" charset="0"/>
              </a:rPr>
              <a:t>Oriana Rosciano</a:t>
            </a:r>
            <a:endParaRPr lang="es-ES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59843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71D3E94A-1C1B-3498-E3DC-DCE0B1CE8849}"/>
              </a:ext>
            </a:extLst>
          </p:cNvPr>
          <p:cNvSpPr/>
          <p:nvPr/>
        </p:nvSpPr>
        <p:spPr>
          <a:xfrm>
            <a:off x="0" y="12214"/>
            <a:ext cx="9144000" cy="51389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80160" y="292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dataset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9304" y="804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Kaggle · 64.374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registros</a:t>
            </a: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 de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clientes</a:t>
            </a: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,</a:t>
            </a:r>
            <a:endParaRPr lang="en-US" sz="1300" dirty="0">
              <a:latin typeface="Calibri"/>
              <a:ea typeface="Calibri"/>
              <a:cs typeface="Calibri"/>
            </a:endParaRPr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51206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713232" y="1481328"/>
            <a:ext cx="402336" cy="402336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839" y="1585935"/>
            <a:ext cx="193121" cy="19312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61872" y="1426464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261872" y="1691640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— una fila por cliente único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176272"/>
            <a:ext cx="51206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713232" y="2331720"/>
            <a:ext cx="402336" cy="402336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839" y="2436327"/>
            <a:ext cx="193121" cy="19312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61872" y="2276856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Demografía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261872" y="2542032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y género del cliente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02920" y="3026664"/>
            <a:ext cx="51206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713232" y="3182112"/>
            <a:ext cx="402336" cy="402336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839" y="3286719"/>
            <a:ext cx="193121" cy="19312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61872" y="31272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Suscripción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261872" y="3392424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plan, duración del contrato, </a:t>
            </a:r>
            <a:r>
              <a:rPr lang="en-US" sz="1100" dirty="0" err="1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02920" y="3877056"/>
            <a:ext cx="5120640" cy="71323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713232" y="4032504"/>
            <a:ext cx="402336" cy="402336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839" y="4137111"/>
            <a:ext cx="193121" cy="19312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61872" y="3977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de churn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261872" y="4242816"/>
            <a:ext cx="4251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Binario: 1 = el cliente se da de baja · 0 = sigue activo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5943600" y="1325880"/>
            <a:ext cx="2697480" cy="333756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6" name="Shape 20"/>
          <p:cNvSpPr/>
          <p:nvPr/>
        </p:nvSpPr>
        <p:spPr>
          <a:xfrm>
            <a:off x="5943600" y="1325880"/>
            <a:ext cx="2697480" cy="6400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7" name="Text 21"/>
          <p:cNvSpPr/>
          <p:nvPr/>
        </p:nvSpPr>
        <p:spPr>
          <a:xfrm>
            <a:off x="6199632" y="1554480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Columnas auxiliares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6199632" y="2157984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Creadas para agrupar variables continuas y alimentar tablas dinámicas y slicer.</a:t>
            </a:r>
            <a:endParaRPr lang="en-US" sz="1050" dirty="0"/>
          </a:p>
        </p:txBody>
      </p:sp>
      <p:sp>
        <p:nvSpPr>
          <p:cNvPr id="29" name="Text 23"/>
          <p:cNvSpPr/>
          <p:nvPr/>
        </p:nvSpPr>
        <p:spPr>
          <a:xfrm>
            <a:off x="6199632" y="276148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 (tramos de días)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6199632" y="3127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 (tramos de años)</a:t>
            </a:r>
            <a:endParaRPr lang="en-US" sz="1100" dirty="0"/>
          </a:p>
        </p:txBody>
      </p:sp>
      <p:sp>
        <p:nvSpPr>
          <p:cNvPr id="31" name="Text 25"/>
          <p:cNvSpPr/>
          <p:nvPr/>
        </p:nvSpPr>
        <p:spPr>
          <a:xfrm>
            <a:off x="6199632" y="349300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Edades (tramos)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6199632" y="3858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(baja/media/alta)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199632" y="422452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52400" indent="-152400">
              <a:buSzPct val="100000"/>
              <a:buChar char="•"/>
            </a:pPr>
            <a:r>
              <a:rPr lang="en-US" sz="11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churn</a:t>
            </a:r>
            <a:endParaRPr lang="en-US" sz="11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4D81F18-3998-6ADB-3E73-77D4C6DD6B26}"/>
              </a:ext>
            </a:extLst>
          </p:cNvPr>
          <p:cNvSpPr/>
          <p:nvPr/>
        </p:nvSpPr>
        <p:spPr>
          <a:xfrm>
            <a:off x="0" y="4530"/>
            <a:ext cx="9144000" cy="51389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80160" y="292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Propósito del proyecto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9304" y="804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bruto a un panel que responde preguntas en segundos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325880"/>
            <a:ext cx="3977640" cy="16002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" name="Shape 4"/>
          <p:cNvSpPr/>
          <p:nvPr/>
        </p:nvSpPr>
        <p:spPr>
          <a:xfrm>
            <a:off x="502920" y="1325880"/>
            <a:ext cx="73152" cy="16002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5"/>
          <p:cNvSpPr/>
          <p:nvPr/>
        </p:nvSpPr>
        <p:spPr>
          <a:xfrm>
            <a:off x="777240" y="14813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FC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200" dirty="0">
              <a:solidFill>
                <a:srgbClr val="FFC000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520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los factores más relacionados con el abandono de clientes y diseñar un dashboard interactivo que permita analizar segmentos de riesgo de forma visual y rápida.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02920" y="3127248"/>
            <a:ext cx="3977640" cy="15361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8"/>
          <p:cNvSpPr/>
          <p:nvPr/>
        </p:nvSpPr>
        <p:spPr>
          <a:xfrm>
            <a:off x="77724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se construyó</a:t>
            </a:r>
            <a:endParaRPr lang="en-US" sz="15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3675888"/>
            <a:ext cx="155448" cy="1554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51560" y="3639312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Agrupación de variables continuas</a:t>
            </a:r>
            <a:endParaRPr lang="en-US" sz="11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528" y="4005072"/>
            <a:ext cx="155448" cy="15544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051560" y="396849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Tablas dinámicas por factor</a:t>
            </a:r>
            <a:endParaRPr lang="en-US" sz="110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5528" y="4334256"/>
            <a:ext cx="155448" cy="1554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51560" y="429768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Segmentadores conectados al panel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800600" y="13258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dashboard en cifras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800600" y="1691640"/>
            <a:ext cx="1874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9" name="Shape 14"/>
          <p:cNvSpPr/>
          <p:nvPr/>
        </p:nvSpPr>
        <p:spPr>
          <a:xfrm>
            <a:off x="4800600" y="1691640"/>
            <a:ext cx="1874520" cy="6400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0" name="Text 15"/>
          <p:cNvSpPr/>
          <p:nvPr/>
        </p:nvSpPr>
        <p:spPr>
          <a:xfrm>
            <a:off x="4965192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64.374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4983480" y="2560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812280" y="1691640"/>
            <a:ext cx="1874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Shape 18"/>
          <p:cNvSpPr/>
          <p:nvPr/>
        </p:nvSpPr>
        <p:spPr>
          <a:xfrm>
            <a:off x="6812280" y="1691640"/>
            <a:ext cx="1874520" cy="6400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4" name="Text 19"/>
          <p:cNvSpPr/>
          <p:nvPr/>
        </p:nvSpPr>
        <p:spPr>
          <a:xfrm>
            <a:off x="6976872" y="196596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30.493</a:t>
            </a:r>
            <a:endParaRPr lang="en-US" sz="3000" dirty="0"/>
          </a:p>
        </p:txBody>
      </p:sp>
      <p:sp>
        <p:nvSpPr>
          <p:cNvPr id="25" name="Text 20"/>
          <p:cNvSpPr/>
          <p:nvPr/>
        </p:nvSpPr>
        <p:spPr>
          <a:xfrm>
            <a:off x="6995160" y="256032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Abandonos</a:t>
            </a:r>
            <a:endParaRPr lang="en-US" sz="1150" dirty="0"/>
          </a:p>
        </p:txBody>
      </p:sp>
      <p:sp>
        <p:nvSpPr>
          <p:cNvPr id="26" name="Shape 21"/>
          <p:cNvSpPr/>
          <p:nvPr/>
        </p:nvSpPr>
        <p:spPr>
          <a:xfrm>
            <a:off x="4800600" y="3200400"/>
            <a:ext cx="1874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2"/>
          <p:cNvSpPr/>
          <p:nvPr/>
        </p:nvSpPr>
        <p:spPr>
          <a:xfrm>
            <a:off x="4800600" y="3200400"/>
            <a:ext cx="1874520" cy="6400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8" name="Text 23"/>
          <p:cNvSpPr/>
          <p:nvPr/>
        </p:nvSpPr>
        <p:spPr>
          <a:xfrm>
            <a:off x="4965192" y="3474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47,4%</a:t>
            </a:r>
            <a:endParaRPr lang="en-US" sz="3000" dirty="0"/>
          </a:p>
        </p:txBody>
      </p:sp>
      <p:sp>
        <p:nvSpPr>
          <p:cNvPr id="29" name="Text 24"/>
          <p:cNvSpPr/>
          <p:nvPr/>
        </p:nvSpPr>
        <p:spPr>
          <a:xfrm>
            <a:off x="4983480" y="4069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Abandono</a:t>
            </a:r>
            <a:endParaRPr lang="en-US" sz="1150" dirty="0"/>
          </a:p>
        </p:txBody>
      </p:sp>
      <p:sp>
        <p:nvSpPr>
          <p:cNvPr id="30" name="Shape 25"/>
          <p:cNvSpPr/>
          <p:nvPr/>
        </p:nvSpPr>
        <p:spPr>
          <a:xfrm>
            <a:off x="6812280" y="3200400"/>
            <a:ext cx="1874520" cy="13258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Shape 26"/>
          <p:cNvSpPr/>
          <p:nvPr/>
        </p:nvSpPr>
        <p:spPr>
          <a:xfrm>
            <a:off x="6812280" y="3200400"/>
            <a:ext cx="1874520" cy="6400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2" name="Text 27"/>
          <p:cNvSpPr/>
          <p:nvPr/>
        </p:nvSpPr>
        <p:spPr>
          <a:xfrm>
            <a:off x="6976872" y="34747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26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86,0%</a:t>
            </a:r>
            <a:endParaRPr lang="en-US" sz="3000" dirty="0"/>
          </a:p>
        </p:txBody>
      </p:sp>
      <p:sp>
        <p:nvSpPr>
          <p:cNvPr id="33" name="Text 28"/>
          <p:cNvSpPr/>
          <p:nvPr/>
        </p:nvSpPr>
        <p:spPr>
          <a:xfrm>
            <a:off x="6995160" y="40690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alto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C46C639-334D-392B-A218-D04EBB5DEECA}"/>
              </a:ext>
            </a:extLst>
          </p:cNvPr>
          <p:cNvSpPr/>
          <p:nvPr/>
        </p:nvSpPr>
        <p:spPr>
          <a:xfrm>
            <a:off x="0" y="4530"/>
            <a:ext cx="9144000" cy="51389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80160" y="292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Conclusión 1 · El retraso en el pago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9304" y="804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% de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clientes</a:t>
            </a: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que</a:t>
            </a: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abandonan</a:t>
            </a: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según</a:t>
            </a: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los</a:t>
            </a: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 días de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demora</a:t>
            </a: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en</a:t>
            </a:r>
            <a:r>
              <a:rPr lang="en-US" sz="1300" i="1" dirty="0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 el </a:t>
            </a:r>
            <a:r>
              <a:rPr lang="en-US" sz="1300" i="1" dirty="0" err="1">
                <a:solidFill>
                  <a:srgbClr val="6B7A8C"/>
                </a:solidFill>
                <a:latin typeface="Calibri"/>
                <a:ea typeface="Calibri"/>
                <a:cs typeface="Calibri"/>
              </a:rPr>
              <a:t>pago</a:t>
            </a:r>
            <a:endParaRPr lang="en-US" sz="1300" dirty="0" err="1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192009450"/>
              </p:ext>
            </p:extLst>
          </p:nvPr>
        </p:nvGraphicFramePr>
        <p:xfrm>
          <a:off x="457200" y="1234440"/>
          <a:ext cx="5623560" cy="3291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6355080" y="1325880"/>
            <a:ext cx="2331720" cy="178308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6583680" y="1490472"/>
            <a:ext cx="402336" cy="402336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287" y="1595079"/>
            <a:ext cx="193121" cy="193121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83680" y="1956816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Punto de ruptura: 15 días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583680" y="24871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 de 15 días el churn ronda el 10%. A partir de ahí salta por encima del 58% y llega al 77%.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6355080" y="3310128"/>
            <a:ext cx="2331720" cy="1371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6355080" y="3310128"/>
            <a:ext cx="73152" cy="1371600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6583680" y="34015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x7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14" name="Text 10"/>
          <p:cNvSpPr/>
          <p:nvPr/>
        </p:nvSpPr>
        <p:spPr>
          <a:xfrm>
            <a:off x="6583680" y="384048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probabilidad de abandono entre quienes superan los 20 días frente a quienes pagan a tiempo.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CF21099-90FE-1F81-1CE1-C53BF24A0CF2}"/>
              </a:ext>
            </a:extLst>
          </p:cNvPr>
          <p:cNvSpPr/>
          <p:nvPr/>
        </p:nvSpPr>
        <p:spPr>
          <a:xfrm>
            <a:off x="0" y="4530"/>
            <a:ext cx="9144000" cy="51389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80160" y="292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Conclusión 2 · Las llamadas a soporte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9304" y="804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abandono según el número de llamadas realizadas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1914865399"/>
              </p:ext>
            </p:extLst>
          </p:nvPr>
        </p:nvGraphicFramePr>
        <p:xfrm>
          <a:off x="411480" y="1280160"/>
          <a:ext cx="54406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280160"/>
            <a:ext cx="2697480" cy="9601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6199632" y="1490472"/>
            <a:ext cx="384048" cy="384048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484" y="1590324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11696" y="14447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E8D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RUPTURA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6711696" y="16642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llamadas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989320" y="2395728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5989320" y="2395728"/>
            <a:ext cx="73152" cy="107899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6236208" y="24963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5 llamadas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236208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25,5%</a:t>
            </a:r>
            <a:endParaRPr lang="en-US" sz="2500" dirty="0">
              <a:solidFill>
                <a:srgbClr val="FFC00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6236208" y="3172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24.579 clientes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89320" y="3566160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5989320" y="3566160"/>
            <a:ext cx="73152" cy="107899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6236208" y="36667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llamadas o más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36208" y="39136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60,9%</a:t>
            </a:r>
            <a:endParaRPr lang="en-US" sz="2500" dirty="0">
              <a:solidFill>
                <a:srgbClr val="FFC000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6236208" y="43434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39.795 clientes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21208" y="4645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salto ocurre entre la cuarta y la quinta llamada: el churn se duplica y se mantiene plano.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2FA743EB-CFF0-48AE-DD4E-621F6617D751}"/>
              </a:ext>
            </a:extLst>
          </p:cNvPr>
          <p:cNvSpPr/>
          <p:nvPr/>
        </p:nvSpPr>
        <p:spPr>
          <a:xfrm>
            <a:off x="0" y="4530"/>
            <a:ext cx="9144000" cy="51389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80160" y="292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Conclusión 3 · La frecuencia de uso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9304" y="804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abandono según el número de usos registrados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2166169289"/>
              </p:ext>
            </p:extLst>
          </p:nvPr>
        </p:nvGraphicFramePr>
        <p:xfrm>
          <a:off x="411480" y="1280160"/>
          <a:ext cx="54406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280160"/>
            <a:ext cx="2697480" cy="9601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6199632" y="1490472"/>
            <a:ext cx="384048" cy="384048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484" y="1590324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11696" y="14447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E8D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RUPTURA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6711696" y="16642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usos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989320" y="2395728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5989320" y="2395728"/>
            <a:ext cx="73152" cy="107899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6236208" y="24963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5 usos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236208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43,2%</a:t>
            </a:r>
            <a:endParaRPr lang="en-US" sz="2500" dirty="0">
              <a:solidFill>
                <a:srgbClr val="FFC00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6236208" y="3172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51.874 clientes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89320" y="3566160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5989320" y="3566160"/>
            <a:ext cx="73152" cy="107899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6236208" y="36667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usos o menos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36208" y="39136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64,5%</a:t>
            </a:r>
            <a:endParaRPr lang="en-US" sz="2500" dirty="0">
              <a:solidFill>
                <a:srgbClr val="FFC000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6236208" y="43434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12.500 clientes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21208" y="4645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encima de 5 usos el churn se estabiliza en el 43%: pesa el desenganche, no usar más.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7BF35B0C-2A98-8677-1594-72B7AB06E8CA}"/>
              </a:ext>
            </a:extLst>
          </p:cNvPr>
          <p:cNvSpPr/>
          <p:nvPr/>
        </p:nvSpPr>
        <p:spPr>
          <a:xfrm>
            <a:off x="0" y="4530"/>
            <a:ext cx="9144000" cy="51389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80160" y="292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Conclusión 4 · Meses de suscripción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9304" y="804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abandono según la antigüedad del cliente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4193152243"/>
              </p:ext>
            </p:extLst>
          </p:nvPr>
        </p:nvGraphicFramePr>
        <p:xfrm>
          <a:off x="411480" y="1280160"/>
          <a:ext cx="5440680" cy="3246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280160"/>
            <a:ext cx="2697480" cy="9601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6199632" y="1490472"/>
            <a:ext cx="384048" cy="384048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9484" y="1590324"/>
            <a:ext cx="184343" cy="18434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11696" y="1444752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50" dirty="0">
                <a:solidFill>
                  <a:srgbClr val="E8DC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RUPTURA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6711696" y="1664208"/>
            <a:ext cx="1874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</a:t>
            </a:r>
            <a:r>
              <a:rPr lang="en-US" sz="1700" b="1" dirty="0" err="1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años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989320" y="2395728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8"/>
          <p:cNvSpPr/>
          <p:nvPr/>
        </p:nvSpPr>
        <p:spPr>
          <a:xfrm>
            <a:off x="5989320" y="2395728"/>
            <a:ext cx="73152" cy="107899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9"/>
          <p:cNvSpPr/>
          <p:nvPr/>
        </p:nvSpPr>
        <p:spPr>
          <a:xfrm>
            <a:off x="6236208" y="249631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24 meses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236208" y="274320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30,3%</a:t>
            </a:r>
            <a:endParaRPr lang="en-US" sz="2500" dirty="0">
              <a:solidFill>
                <a:srgbClr val="FFC000"/>
              </a:solidFill>
            </a:endParaRPr>
          </a:p>
        </p:txBody>
      </p:sp>
      <p:sp>
        <p:nvSpPr>
          <p:cNvPr id="15" name="Text 11"/>
          <p:cNvSpPr/>
          <p:nvPr/>
        </p:nvSpPr>
        <p:spPr>
          <a:xfrm>
            <a:off x="6236208" y="3172968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21.477 clientes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5989320" y="3566160"/>
            <a:ext cx="2697480" cy="1078992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5989320" y="3566160"/>
            <a:ext cx="73152" cy="1078992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4"/>
          <p:cNvSpPr/>
          <p:nvPr/>
        </p:nvSpPr>
        <p:spPr>
          <a:xfrm>
            <a:off x="6236208" y="36667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meses o más</a:t>
            </a:r>
            <a:endParaRPr lang="en-US" sz="1100" dirty="0"/>
          </a:p>
        </p:txBody>
      </p:sp>
      <p:sp>
        <p:nvSpPr>
          <p:cNvPr id="19" name="Text 15"/>
          <p:cNvSpPr/>
          <p:nvPr/>
        </p:nvSpPr>
        <p:spPr>
          <a:xfrm>
            <a:off x="6236208" y="3913632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55,9%</a:t>
            </a:r>
            <a:endParaRPr lang="en-US" sz="2500" dirty="0">
              <a:solidFill>
                <a:srgbClr val="FFC000"/>
              </a:solidFill>
            </a:endParaRPr>
          </a:p>
        </p:txBody>
      </p:sp>
      <p:sp>
        <p:nvSpPr>
          <p:cNvPr id="20" name="Text 16"/>
          <p:cNvSpPr/>
          <p:nvPr/>
        </p:nvSpPr>
        <p:spPr>
          <a:xfrm>
            <a:off x="6236208" y="4343400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42.897 clientes</a:t>
            </a:r>
            <a:endParaRPr lang="en-US" sz="950" dirty="0"/>
          </a:p>
        </p:txBody>
      </p:sp>
      <p:sp>
        <p:nvSpPr>
          <p:cNvPr id="21" name="Text 17"/>
          <p:cNvSpPr/>
          <p:nvPr/>
        </p:nvSpPr>
        <p:spPr>
          <a:xfrm>
            <a:off x="521208" y="464515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 lo esperado, la antigüedad no protege: a partir del segundo año el riesgo casi se duplica.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1C8617A2-946E-137E-FC73-29C5C3A8F77E}"/>
              </a:ext>
            </a:extLst>
          </p:cNvPr>
          <p:cNvSpPr/>
          <p:nvPr/>
        </p:nvSpPr>
        <p:spPr>
          <a:xfrm>
            <a:off x="0" y="4530"/>
            <a:ext cx="9144000" cy="51389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Text 0"/>
          <p:cNvSpPr/>
          <p:nvPr/>
        </p:nvSpPr>
        <p:spPr>
          <a:xfrm>
            <a:off x="502920" y="310896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1280160" y="29260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principal reto técnico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9304" y="8046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agrupaciones adecuadas para las variables continuas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21208" y="1298448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tramo tenía que cumplir tres condiciones a la vez. Ajustar ese equilibrio fue la parte que más iteraciones necesitó de todo el proyecto.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502920" y="2194560"/>
            <a:ext cx="4846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7" name="Shape 5"/>
          <p:cNvSpPr/>
          <p:nvPr/>
        </p:nvSpPr>
        <p:spPr>
          <a:xfrm>
            <a:off x="713232" y="2368296"/>
            <a:ext cx="384048" cy="384048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6"/>
          <p:cNvSpPr/>
          <p:nvPr/>
        </p:nvSpPr>
        <p:spPr>
          <a:xfrm>
            <a:off x="713232" y="242316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304288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Claridad visual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234440" y="2569464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Tramos legibles en gráficos y segmentadores, sin saturar el eje.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3044952"/>
            <a:ext cx="4846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10"/>
          <p:cNvSpPr/>
          <p:nvPr/>
        </p:nvSpPr>
        <p:spPr>
          <a:xfrm>
            <a:off x="713232" y="3218688"/>
            <a:ext cx="384048" cy="384048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1"/>
          <p:cNvSpPr/>
          <p:nvPr/>
        </p:nvSpPr>
        <p:spPr>
          <a:xfrm>
            <a:off x="713232" y="327355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1546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Tamaño de los segmentos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34440" y="34198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Grupos con suficientes clientes para que el porcentaje sea fiable.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895344"/>
            <a:ext cx="4846320" cy="731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5"/>
          <p:cNvSpPr/>
          <p:nvPr/>
        </p:nvSpPr>
        <p:spPr>
          <a:xfrm>
            <a:off x="713232" y="4069080"/>
            <a:ext cx="384048" cy="384048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8" name="Text 16"/>
          <p:cNvSpPr/>
          <p:nvPr/>
        </p:nvSpPr>
        <p:spPr>
          <a:xfrm>
            <a:off x="713232" y="412394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34440" y="400507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626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explicativo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234440" y="4270248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Cortes capaces de revelar los saltos reales de churn, como el de los 15 días.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69280" y="1298448"/>
            <a:ext cx="3017520" cy="3364992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2" name="Shape 20"/>
          <p:cNvSpPr/>
          <p:nvPr/>
        </p:nvSpPr>
        <p:spPr>
          <a:xfrm>
            <a:off x="5669280" y="1298448"/>
            <a:ext cx="3017520" cy="6400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23" name="Text 21"/>
          <p:cNvSpPr/>
          <p:nvPr/>
        </p:nvSpPr>
        <p:spPr>
          <a:xfrm>
            <a:off x="5925312" y="15361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Agrupaciones finales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925312" y="196596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 de pago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925312" y="21854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tramos de 5 días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925312" y="24963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Antigüedad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925312" y="27157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tramos anuales hasta 5+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925312" y="302666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925312" y="324612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franjas de edad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925312" y="355701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de uso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925312" y="377647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/ media / alta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925312" y="408736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churn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925312" y="4306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/ bajo (regla IFS)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6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EDE8F80-70BC-14E0-03DD-978475E8F2BE}"/>
              </a:ext>
            </a:extLst>
          </p:cNvPr>
          <p:cNvSpPr/>
          <p:nvPr/>
        </p:nvSpPr>
        <p:spPr>
          <a:xfrm>
            <a:off x="0" y="4530"/>
            <a:ext cx="9144000" cy="513897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bg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1280160" y="48463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principal error cometido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30352" y="2095500"/>
            <a:ext cx="502920" cy="502920"/>
          </a:xfrm>
          <a:prstGeom prst="ellipse">
            <a:avLst/>
          </a:prstGeom>
          <a:solidFill>
            <a:srgbClr val="FFC00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111" y="2226259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209550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Asumir que los segmentadores estaban conectados a todas las tablas dinámicas.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1234440" y="2964180"/>
            <a:ext cx="4663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realidad había que configurar explícitamente las conexiones de informe de cada segmentador. Hasta hacerlo, algunos gráficos se filtraban y otros no, y el dashboard mostraba cifras incoherentes entre sí.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309360" y="1371600"/>
            <a:ext cx="2377440" cy="301752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4" name="Text 11"/>
          <p:cNvSpPr/>
          <p:nvPr/>
        </p:nvSpPr>
        <p:spPr>
          <a:xfrm>
            <a:off x="6537960" y="15727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Del dato al panel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6537960" y="20574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C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64.374</a:t>
            </a:r>
            <a:endParaRPr lang="en-US" sz="2600" dirty="0">
              <a:solidFill>
                <a:srgbClr val="FFC000"/>
              </a:solidFill>
            </a:endParaRPr>
          </a:p>
        </p:txBody>
      </p:sp>
      <p:sp>
        <p:nvSpPr>
          <p:cNvPr id="16" name="Text 13"/>
          <p:cNvSpPr/>
          <p:nvPr/>
        </p:nvSpPr>
        <p:spPr>
          <a:xfrm>
            <a:off x="6556248" y="245973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analizados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537960" y="2834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556248" y="323697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factores de riesgo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537960" y="3611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6556248" y="401421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9B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interactivo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FD680-BD64-E4F2-31F4-ACCDEB1D0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469BAC36-34B0-3A08-4E18-71BDC99A6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881304" y="684009"/>
            <a:ext cx="6043873" cy="2152412"/>
          </a:xfrm>
        </p:spPr>
        <p:txBody>
          <a:bodyPr/>
          <a:lstStyle/>
          <a:p>
            <a:r>
              <a:rPr lang="en-US" b="1" dirty="0">
                <a:latin typeface="Georgia" panose="02040502050405020303" pitchFamily="18" charset="0"/>
              </a:rPr>
              <a:t>Demo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A27FEDB-BDDE-DA8C-630B-8BD5F10B7C5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137449" y="4827837"/>
            <a:ext cx="2869103" cy="92333"/>
          </a:xfrm>
        </p:spPr>
        <p:txBody>
          <a:bodyPr/>
          <a:lstStyle/>
          <a:p>
            <a:pPr algn="ctr"/>
            <a:r>
              <a:rPr lang="en-US" dirty="0"/>
              <a:t>Insert footer text here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80EEDCA-FD78-1379-2EAE-DCE853470FB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 Placeholder 7">
            <a:extLst>
              <a:ext uri="{FF2B5EF4-FFF2-40B4-BE49-F238E27FC236}">
                <a16:creationId xmlns:a16="http://schemas.microsoft.com/office/drawing/2014/main" id="{9503CE6E-736D-B444-A0CF-1FB9D7039BC4}"/>
              </a:ext>
            </a:extLst>
          </p:cNvPr>
          <p:cNvSpPr txBox="1">
            <a:spLocks/>
          </p:cNvSpPr>
          <p:nvPr/>
        </p:nvSpPr>
        <p:spPr>
          <a:xfrm>
            <a:off x="1446959" y="1361476"/>
            <a:ext cx="3824288" cy="207749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350" b="1" dirty="0">
                <a:latin typeface="Georgia" panose="02040502050405020303" pitchFamily="18" charset="0"/>
                <a:hlinkClick r:id="rId2" action="ppaction://hlinkfile"/>
              </a:rPr>
              <a:t>Churn Rate Analysis</a:t>
            </a:r>
            <a:endParaRPr lang="en-US" sz="1350" b="1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93420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83E2B529-6259-4303-A414-4B023C07EDA2}" vid="{B3F86811-2FC6-4D71-ADB1-1E5BB5E6051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640</Words>
  <Application>Microsoft Office PowerPoint</Application>
  <PresentationFormat>On-screen Show (16:9)</PresentationFormat>
  <Paragraphs>129</Paragraphs>
  <Slides>10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Arial</vt:lpstr>
      <vt:lpstr>Calibri</vt:lpstr>
      <vt:lpstr>EYInterstate Light</vt:lpstr>
      <vt:lpstr>EYInterstate Regular</vt:lpstr>
      <vt:lpstr>Georgia</vt:lpstr>
      <vt:lpstr>Georgia Pro</vt:lpstr>
      <vt:lpstr>Wingdings</vt:lpstr>
      <vt:lpstr>Office Theme</vt:lpstr>
      <vt:lpstr>EY Core Slides</vt:lpstr>
      <vt:lpstr>Análisis del  Churn Rate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Demo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Análisis de Churn — Dashboard en Excel</dc:title>
  <dc:subject>PptxGenJS Presentation</dc:subject>
  <dc:creator>Oriana Daniela Rosciano</dc:creator>
  <cp:lastModifiedBy>Oriana Daniela Rosciano</cp:lastModifiedBy>
  <cp:revision>15</cp:revision>
  <dcterms:created xsi:type="dcterms:W3CDTF">2026-09-17T15:17:31Z</dcterms:created>
  <dcterms:modified xsi:type="dcterms:W3CDTF">2026-09-17T15:55:33Z</dcterms:modified>
</cp:coreProperties>
</file>